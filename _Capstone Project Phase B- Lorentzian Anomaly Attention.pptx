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5"/>
    <p:sldMasterId id="214748369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y="5143500" cx="9144000"/>
  <p:notesSz cx="6858000" cy="9144000"/>
  <p:embeddedFontLst>
    <p:embeddedFont>
      <p:font typeface="Poppins"/>
      <p:regular r:id="rId32"/>
      <p:bold r:id="rId33"/>
      <p:italic r:id="rId34"/>
      <p:boldItalic r:id="rId35"/>
    </p:embeddedFont>
    <p:embeddedFont>
      <p:font typeface="Source Code Pro"/>
      <p:regular r:id="rId36"/>
      <p:bold r:id="rId37"/>
      <p:italic r:id="rId38"/>
      <p:boldItalic r:id="rId39"/>
    </p:embeddedFont>
    <p:embeddedFont>
      <p:font typeface="PT Sans"/>
      <p:regular r:id="rId40"/>
      <p:bold r:id="rId41"/>
      <p:italic r:id="rId42"/>
      <p:boldItalic r:id="rId43"/>
    </p:embeddedFont>
    <p:embeddedFont>
      <p:font typeface="IBM Plex Mono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35B313B-7F08-4904-82E1-7907D2488E43}">
  <a:tblStyle styleId="{335B313B-7F08-4904-82E1-7907D2488E4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TSans-regular.fntdata"/><Relationship Id="rId20" Type="http://schemas.openxmlformats.org/officeDocument/2006/relationships/slide" Target="slides/slide13.xml"/><Relationship Id="rId42" Type="http://schemas.openxmlformats.org/officeDocument/2006/relationships/font" Target="fonts/PTSans-italic.fntdata"/><Relationship Id="rId41" Type="http://schemas.openxmlformats.org/officeDocument/2006/relationships/font" Target="fonts/PTSans-bold.fntdata"/><Relationship Id="rId22" Type="http://schemas.openxmlformats.org/officeDocument/2006/relationships/slide" Target="slides/slide15.xml"/><Relationship Id="rId44" Type="http://schemas.openxmlformats.org/officeDocument/2006/relationships/font" Target="fonts/IBMPlexMono-regular.fntdata"/><Relationship Id="rId21" Type="http://schemas.openxmlformats.org/officeDocument/2006/relationships/slide" Target="slides/slide14.xml"/><Relationship Id="rId43" Type="http://schemas.openxmlformats.org/officeDocument/2006/relationships/font" Target="fonts/PTSans-boldItalic.fntdata"/><Relationship Id="rId24" Type="http://schemas.openxmlformats.org/officeDocument/2006/relationships/slide" Target="slides/slide17.xml"/><Relationship Id="rId46" Type="http://schemas.openxmlformats.org/officeDocument/2006/relationships/font" Target="fonts/IBMPlexMono-italic.fntdata"/><Relationship Id="rId23" Type="http://schemas.openxmlformats.org/officeDocument/2006/relationships/slide" Target="slides/slide16.xml"/><Relationship Id="rId45" Type="http://schemas.openxmlformats.org/officeDocument/2006/relationships/font" Target="fonts/IBMPlex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47" Type="http://schemas.openxmlformats.org/officeDocument/2006/relationships/font" Target="fonts/IBMPlexMono-boldItalic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Poppins-bold.fntdata"/><Relationship Id="rId10" Type="http://schemas.openxmlformats.org/officeDocument/2006/relationships/slide" Target="slides/slide3.xml"/><Relationship Id="rId32" Type="http://schemas.openxmlformats.org/officeDocument/2006/relationships/font" Target="fonts/Poppins-regular.fntdata"/><Relationship Id="rId13" Type="http://schemas.openxmlformats.org/officeDocument/2006/relationships/slide" Target="slides/slide6.xml"/><Relationship Id="rId35" Type="http://schemas.openxmlformats.org/officeDocument/2006/relationships/font" Target="fonts/Poppins-boldItalic.fntdata"/><Relationship Id="rId12" Type="http://schemas.openxmlformats.org/officeDocument/2006/relationships/slide" Target="slides/slide5.xml"/><Relationship Id="rId34" Type="http://schemas.openxmlformats.org/officeDocument/2006/relationships/font" Target="fonts/Poppins-italic.fntdata"/><Relationship Id="rId15" Type="http://schemas.openxmlformats.org/officeDocument/2006/relationships/slide" Target="slides/slide8.xml"/><Relationship Id="rId37" Type="http://schemas.openxmlformats.org/officeDocument/2006/relationships/font" Target="fonts/SourceCodePro-bold.fntdata"/><Relationship Id="rId14" Type="http://schemas.openxmlformats.org/officeDocument/2006/relationships/slide" Target="slides/slide7.xml"/><Relationship Id="rId36" Type="http://schemas.openxmlformats.org/officeDocument/2006/relationships/font" Target="fonts/SourceCodePro-regular.fntdata"/><Relationship Id="rId17" Type="http://schemas.openxmlformats.org/officeDocument/2006/relationships/slide" Target="slides/slide10.xml"/><Relationship Id="rId39" Type="http://schemas.openxmlformats.org/officeDocument/2006/relationships/font" Target="fonts/SourceCodePro-boldItalic.fntdata"/><Relationship Id="rId16" Type="http://schemas.openxmlformats.org/officeDocument/2006/relationships/slide" Target="slides/slide9.xml"/><Relationship Id="rId38" Type="http://schemas.openxmlformats.org/officeDocument/2006/relationships/font" Target="fonts/SourceCodePro-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g362586a4db6_0_1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g362586a4db6_0_1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g362586a4db6_0_28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0" name="Google Shape;1510;g362586a4db6_0_28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3b44317d2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1" name="Google Shape;1541;g3b44317d2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g362586a4db6_0_29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1" name="Google Shape;1551;g362586a4db6_0_29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g3698dc2aa1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g3698dc2aa1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g362586a4db6_0_4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g362586a4db6_0_4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5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g3698dc2aa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7" name="Google Shape;1647;g3698dc2aa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g3b44317d23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3" name="Google Shape;1673;g3b44317d23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g3b49bed8c31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1" name="Google Shape;1681;g3b49bed8c31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g3b49bed8c3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5" name="Google Shape;1695;g3b49bed8c3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g3698dc2aa1d_0_30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g3698dc2aa1d_0_30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g36d135de89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7" name="Google Shape;1717;g36d135de89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g36d135de89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6" name="Google Shape;1726;g36d135de89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g362586a4db6_0_29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4" name="Google Shape;1734;g362586a4db6_0_29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g3b44317d237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8" name="Google Shape;1748;g3b44317d237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4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g3b44317d237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6" name="Google Shape;1756;g3b44317d237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g3b44317d237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6" name="Google Shape;1766;g3b44317d237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g3b49bed8c31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4" name="Google Shape;1774;g3b49bed8c31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0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g3b49bed8c31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2" name="Google Shape;1782;g3b49bed8c3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8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g3b44317d237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0" name="Google Shape;1790;g3b44317d237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9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g362586a4db6_0_30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1" name="Google Shape;1801;g362586a4db6_0_30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g362586a4db6_0_4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8" name="Google Shape;1808;g362586a4db6_0_4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3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g3b4ee42b52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5" name="Google Shape;1815;g3b4ee42b52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g3698dc2aa1d_0_4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2" name="Google Shape;1822;g3698dc2aa1d_0_4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56" name="Google Shape;56;p14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57" name="Google Shape;57;p14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58" name="Google Shape;58;p14"/>
              <p:cNvPicPr preferRelativeResize="0"/>
              <p:nvPr/>
            </p:nvPicPr>
            <p:blipFill rotWithShape="1">
              <a:blip r:embed="rId2">
                <a:alphaModFix/>
              </a:blip>
              <a:srcRect b="17663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9" name="Google Shape;59;p14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2" name="Google Shape;62;p14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" name="Google Shape;64;p14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65" name="Google Shape;65;p1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1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14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68" name="Google Shape;68;p1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1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0" name="Google Shape;70;p14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71" name="Google Shape;71;p1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1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" name="Google Shape;73;p14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74" name="Google Shape;74;p1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1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14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77" name="Google Shape;77;p1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1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9" name="Google Shape;79;p14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80" name="Google Shape;80;p14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14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4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3" name="Google Shape;83;p14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84" name="Google Shape;84;p1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1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1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1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1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1" name="Google Shape;91;p14"/>
            <p:cNvSpPr/>
            <p:nvPr/>
          </p:nvSpPr>
          <p:spPr>
            <a:xfrm>
              <a:off x="8430775" y="2842975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2" name="Google Shape;92;p14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93" name="Google Shape;93;p14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4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14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" name="Google Shape;96;p14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97" name="Google Shape;97;p1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1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0" name="Google Shape;100;p14"/>
          <p:cNvSpPr txBox="1"/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1" type="subTitle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02" name="Google Shape;102;p14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103" name="Google Shape;103;p14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104" name="Google Shape;104;p14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4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6" name="Google Shape;106;p14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107" name="Google Shape;107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8" name="Google Shape;108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09" name="Google Shape;109;p1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10" name="Google Shape;110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" name="Google Shape;111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" name="Google Shape;112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" name="Google Shape;113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" name="Google Shape;114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15" name="Google Shape;115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" name="Google Shape;116;p14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117" name="Google Shape;117;p14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4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14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14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1" name="Google Shape;121;p14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122" name="Google Shape;122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3" name="Google Shape;123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24" name="Google Shape;124;p1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5" name="Google Shape;125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6" name="Google Shape;126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7" name="Google Shape;127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8" name="Google Shape;128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" name="Google Shape;129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0" name="Google Shape;130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" name="Google Shape;131;p14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132" name="Google Shape;132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3" name="Google Shape;133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4" name="Google Shape;134;p1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5" name="Google Shape;135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6" name="Google Shape;136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7" name="Google Shape;137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8" name="Google Shape;138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9" name="Google Shape;139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40" name="Google Shape;140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1" name="Google Shape;141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 txBox="1"/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4" name="Google Shape;144;p15"/>
          <p:cNvSpPr txBox="1"/>
          <p:nvPr>
            <p:ph hasCustomPrompt="1" idx="2" type="title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5" name="Google Shape;145;p15"/>
          <p:cNvSpPr txBox="1"/>
          <p:nvPr>
            <p:ph idx="1" type="subTitle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6" name="Google Shape;146;p15"/>
          <p:cNvGrpSpPr/>
          <p:nvPr/>
        </p:nvGrpSpPr>
        <p:grpSpPr>
          <a:xfrm>
            <a:off x="-539206" y="-1717975"/>
            <a:ext cx="4397193" cy="4171657"/>
            <a:chOff x="-494406" y="-1584825"/>
            <a:chExt cx="4397193" cy="4171657"/>
          </a:xfrm>
        </p:grpSpPr>
        <p:grpSp>
          <p:nvGrpSpPr>
            <p:cNvPr id="147" name="Google Shape;147;p15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148" name="Google Shape;148;p15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15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" name="Google Shape;150;p15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51" name="Google Shape;151;p15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5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" name="Google Shape;153;p15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154" name="Google Shape;154;p1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55" name="Google Shape;155;p1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56" name="Google Shape;156;p1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57" name="Google Shape;157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8" name="Google Shape;158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9" name="Google Shape;159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0" name="Google Shape;160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1" name="Google Shape;161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62" name="Google Shape;162;p1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5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164" name="Google Shape;164;p1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65" name="Google Shape;165;p1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66" name="Google Shape;166;p1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67" name="Google Shape;167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8" name="Google Shape;168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9" name="Google Shape;169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0" name="Google Shape;170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1" name="Google Shape;171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72" name="Google Shape;172;p1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3" name="Google Shape;173;p15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174" name="Google Shape;174;p1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75" name="Google Shape;175;p1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76" name="Google Shape;176;p1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77" name="Google Shape;177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8" name="Google Shape;178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9" name="Google Shape;179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0" name="Google Shape;180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1" name="Google Shape;181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82" name="Google Shape;182;p1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3" name="Google Shape;183;p15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84" name="Google Shape;184;p15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15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5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7" name="Google Shape;187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0" name="Google Shape;190;p16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191919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191" name="Google Shape;191;p16"/>
          <p:cNvGrpSpPr/>
          <p:nvPr/>
        </p:nvGrpSpPr>
        <p:grpSpPr>
          <a:xfrm>
            <a:off x="7365150" y="-1147799"/>
            <a:ext cx="3733124" cy="6537004"/>
            <a:chOff x="7212750" y="-1147799"/>
            <a:chExt cx="3733124" cy="6537004"/>
          </a:xfrm>
        </p:grpSpPr>
        <p:pic>
          <p:nvPicPr>
            <p:cNvPr id="192" name="Google Shape;192;p1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7212750" y="-1147799"/>
              <a:ext cx="3733124" cy="284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3" name="Google Shape;193;p16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194" name="Google Shape;194;p16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16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6" name="Google Shape;196;p16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7" name="Google Shape;197;p16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198" name="Google Shape;198;p16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99" name="Google Shape;199;p16"/>
              <p:cNvGrpSpPr/>
              <p:nvPr/>
            </p:nvGrpSpPr>
            <p:grpSpPr>
              <a:xfrm>
                <a:off x="8192886" y="4736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200" name="Google Shape;200;p1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" name="Google Shape;201;p1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2" name="Google Shape;202;p16"/>
              <p:cNvGrpSpPr/>
              <p:nvPr/>
            </p:nvGrpSpPr>
            <p:grpSpPr>
              <a:xfrm>
                <a:off x="8788211" y="3794722"/>
                <a:ext cx="134004" cy="134004"/>
                <a:chOff x="8356813" y="1074288"/>
                <a:chExt cx="351900" cy="351900"/>
              </a:xfrm>
            </p:grpSpPr>
            <p:sp>
              <p:nvSpPr>
                <p:cNvPr id="203" name="Google Shape;203;p1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" name="Google Shape;204;p1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5" name="Google Shape;205;p16"/>
              <p:cNvGrpSpPr/>
              <p:nvPr/>
            </p:nvGrpSpPr>
            <p:grpSpPr>
              <a:xfrm>
                <a:off x="8654186" y="2424672"/>
                <a:ext cx="134004" cy="134004"/>
                <a:chOff x="8356813" y="1074288"/>
                <a:chExt cx="351900" cy="351900"/>
              </a:xfrm>
            </p:grpSpPr>
            <p:sp>
              <p:nvSpPr>
                <p:cNvPr id="206" name="Google Shape;206;p1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" name="Google Shape;207;p1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208" name="Google Shape;208;p16"/>
          <p:cNvGrpSpPr/>
          <p:nvPr/>
        </p:nvGrpSpPr>
        <p:grpSpPr>
          <a:xfrm rot="-2529045">
            <a:off x="105741" y="3680210"/>
            <a:ext cx="591691" cy="2260270"/>
            <a:chOff x="-132364" y="1829399"/>
            <a:chExt cx="591677" cy="2260214"/>
          </a:xfrm>
        </p:grpSpPr>
        <p:sp>
          <p:nvSpPr>
            <p:cNvPr id="209" name="Google Shape;209;p16"/>
            <p:cNvSpPr/>
            <p:nvPr/>
          </p:nvSpPr>
          <p:spPr>
            <a:xfrm rot="10800000">
              <a:off x="62461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6"/>
            <p:cNvSpPr/>
            <p:nvPr/>
          </p:nvSpPr>
          <p:spPr>
            <a:xfrm rot="10800000">
              <a:off x="-132364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1" name="Google Shape;211;p16"/>
          <p:cNvGrpSpPr/>
          <p:nvPr/>
        </p:nvGrpSpPr>
        <p:grpSpPr>
          <a:xfrm>
            <a:off x="-520148" y="-573164"/>
            <a:ext cx="1502291" cy="2806842"/>
            <a:chOff x="-367748" y="-573164"/>
            <a:chExt cx="1502291" cy="2806842"/>
          </a:xfrm>
        </p:grpSpPr>
        <p:grpSp>
          <p:nvGrpSpPr>
            <p:cNvPr id="212" name="Google Shape;212;p16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213" name="Google Shape;213;p16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16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16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6" name="Google Shape;216;p16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6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8" name="Google Shape;218;p16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219" name="Google Shape;219;p16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16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6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22" name="Google Shape;222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191919"/>
                </a:solidFill>
              </a:defRPr>
            </a:lvl1pPr>
            <a:lvl2pPr lvl="1">
              <a:buNone/>
              <a:defRPr>
                <a:solidFill>
                  <a:srgbClr val="191919"/>
                </a:solidFill>
              </a:defRPr>
            </a:lvl2pPr>
            <a:lvl3pPr lvl="2">
              <a:buNone/>
              <a:defRPr>
                <a:solidFill>
                  <a:srgbClr val="191919"/>
                </a:solidFill>
              </a:defRPr>
            </a:lvl3pPr>
            <a:lvl4pPr lvl="3">
              <a:buNone/>
              <a:defRPr>
                <a:solidFill>
                  <a:srgbClr val="191919"/>
                </a:solidFill>
              </a:defRPr>
            </a:lvl4pPr>
            <a:lvl5pPr lvl="4">
              <a:buNone/>
              <a:defRPr>
                <a:solidFill>
                  <a:srgbClr val="191919"/>
                </a:solidFill>
              </a:defRPr>
            </a:lvl5pPr>
            <a:lvl6pPr lvl="5">
              <a:buNone/>
              <a:defRPr>
                <a:solidFill>
                  <a:srgbClr val="191919"/>
                </a:solidFill>
              </a:defRPr>
            </a:lvl6pPr>
            <a:lvl7pPr lvl="6">
              <a:buNone/>
              <a:defRPr>
                <a:solidFill>
                  <a:srgbClr val="191919"/>
                </a:solidFill>
              </a:defRPr>
            </a:lvl7pPr>
            <a:lvl8pPr lvl="7">
              <a:buNone/>
              <a:defRPr>
                <a:solidFill>
                  <a:srgbClr val="191919"/>
                </a:solidFill>
              </a:defRPr>
            </a:lvl8pPr>
            <a:lvl9pPr lvl="8">
              <a:buNone/>
              <a:defRPr>
                <a:solidFill>
                  <a:srgbClr val="191919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5" name="Google Shape;225;p17"/>
          <p:cNvSpPr txBox="1"/>
          <p:nvPr>
            <p:ph idx="1" type="subTitle"/>
          </p:nvPr>
        </p:nvSpPr>
        <p:spPr>
          <a:xfrm>
            <a:off x="4999903" y="2372500"/>
            <a:ext cx="23403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6" name="Google Shape;226;p17"/>
          <p:cNvSpPr txBox="1"/>
          <p:nvPr>
            <p:ph idx="2" type="subTitle"/>
          </p:nvPr>
        </p:nvSpPr>
        <p:spPr>
          <a:xfrm>
            <a:off x="1803800" y="2372500"/>
            <a:ext cx="23403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7" name="Google Shape;227;p17"/>
          <p:cNvSpPr txBox="1"/>
          <p:nvPr>
            <p:ph idx="3" type="subTitle"/>
          </p:nvPr>
        </p:nvSpPr>
        <p:spPr>
          <a:xfrm>
            <a:off x="4999908" y="2048488"/>
            <a:ext cx="23403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28" name="Google Shape;228;p17"/>
          <p:cNvSpPr txBox="1"/>
          <p:nvPr>
            <p:ph idx="4" type="subTitle"/>
          </p:nvPr>
        </p:nvSpPr>
        <p:spPr>
          <a:xfrm>
            <a:off x="1803800" y="2048488"/>
            <a:ext cx="23403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229" name="Google Shape;229;p17"/>
          <p:cNvGrpSpPr/>
          <p:nvPr/>
        </p:nvGrpSpPr>
        <p:grpSpPr>
          <a:xfrm>
            <a:off x="7579113" y="-890399"/>
            <a:ext cx="2898275" cy="3032950"/>
            <a:chOff x="7198113" y="-890399"/>
            <a:chExt cx="2898275" cy="3032950"/>
          </a:xfrm>
        </p:grpSpPr>
        <p:pic>
          <p:nvPicPr>
            <p:cNvPr id="230" name="Google Shape;230;p1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-5400000">
              <a:off x="7130775" y="-823062"/>
              <a:ext cx="3032950" cy="2898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1" name="Google Shape;231;p17"/>
            <p:cNvGrpSpPr/>
            <p:nvPr/>
          </p:nvGrpSpPr>
          <p:grpSpPr>
            <a:xfrm>
              <a:off x="8319318" y="-249682"/>
              <a:ext cx="1460040" cy="1171886"/>
              <a:chOff x="7945225" y="4302000"/>
              <a:chExt cx="904666" cy="726121"/>
            </a:xfrm>
          </p:grpSpPr>
          <p:sp>
            <p:nvSpPr>
              <p:cNvPr id="232" name="Google Shape;232;p1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1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5" name="Google Shape;235;p17"/>
          <p:cNvGrpSpPr/>
          <p:nvPr/>
        </p:nvGrpSpPr>
        <p:grpSpPr>
          <a:xfrm>
            <a:off x="-613920" y="3693606"/>
            <a:ext cx="2048057" cy="2238804"/>
            <a:chOff x="-461520" y="3617406"/>
            <a:chExt cx="2048057" cy="2238804"/>
          </a:xfrm>
        </p:grpSpPr>
        <p:grpSp>
          <p:nvGrpSpPr>
            <p:cNvPr id="236" name="Google Shape;236;p17"/>
            <p:cNvGrpSpPr/>
            <p:nvPr/>
          </p:nvGrpSpPr>
          <p:grpSpPr>
            <a:xfrm>
              <a:off x="-461520" y="3617406"/>
              <a:ext cx="1916534" cy="2238804"/>
              <a:chOff x="-461520" y="3617406"/>
              <a:chExt cx="1916534" cy="2238804"/>
            </a:xfrm>
          </p:grpSpPr>
          <p:grpSp>
            <p:nvGrpSpPr>
              <p:cNvPr id="237" name="Google Shape;237;p17"/>
              <p:cNvGrpSpPr/>
              <p:nvPr/>
            </p:nvGrpSpPr>
            <p:grpSpPr>
              <a:xfrm flipH="1">
                <a:off x="-461520" y="4010132"/>
                <a:ext cx="1916534" cy="1538287"/>
                <a:chOff x="7945225" y="4302000"/>
                <a:chExt cx="904666" cy="726121"/>
              </a:xfrm>
            </p:grpSpPr>
            <p:sp>
              <p:nvSpPr>
                <p:cNvPr id="238" name="Google Shape;238;p17"/>
                <p:cNvSpPr/>
                <p:nvPr/>
              </p:nvSpPr>
              <p:spPr>
                <a:xfrm>
                  <a:off x="8176775" y="4445200"/>
                  <a:ext cx="673116" cy="582921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" name="Google Shape;239;p17"/>
                <p:cNvSpPr/>
                <p:nvPr/>
              </p:nvSpPr>
              <p:spPr>
                <a:xfrm>
                  <a:off x="8164350" y="4302000"/>
                  <a:ext cx="480925" cy="416483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" name="Google Shape;240;p17"/>
                <p:cNvSpPr/>
                <p:nvPr/>
              </p:nvSpPr>
              <p:spPr>
                <a:xfrm>
                  <a:off x="7945225" y="4445200"/>
                  <a:ext cx="480925" cy="416483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41" name="Google Shape;241;p17"/>
              <p:cNvGrpSpPr/>
              <p:nvPr/>
            </p:nvGrpSpPr>
            <p:grpSpPr>
              <a:xfrm>
                <a:off x="-309885" y="3617406"/>
                <a:ext cx="1448824" cy="2238804"/>
                <a:chOff x="-309885" y="3617406"/>
                <a:chExt cx="1448824" cy="2238804"/>
              </a:xfrm>
            </p:grpSpPr>
            <p:grpSp>
              <p:nvGrpSpPr>
                <p:cNvPr id="242" name="Google Shape;242;p17"/>
                <p:cNvGrpSpPr/>
                <p:nvPr/>
              </p:nvGrpSpPr>
              <p:grpSpPr>
                <a:xfrm>
                  <a:off x="-277007" y="3870159"/>
                  <a:ext cx="981772" cy="1986051"/>
                  <a:chOff x="-293545" y="3454371"/>
                  <a:chExt cx="981772" cy="1986051"/>
                </a:xfrm>
              </p:grpSpPr>
              <p:sp>
                <p:nvSpPr>
                  <p:cNvPr id="243" name="Google Shape;243;p17"/>
                  <p:cNvSpPr/>
                  <p:nvPr/>
                </p:nvSpPr>
                <p:spPr>
                  <a:xfrm rot="10800000">
                    <a:off x="-293545" y="3454371"/>
                    <a:ext cx="844677" cy="1985522"/>
                  </a:xfrm>
                  <a:custGeom>
                    <a:rect b="b" l="l" r="r" t="t"/>
                    <a:pathLst>
                      <a:path extrusionOk="0" h="56267" w="23937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4" name="Google Shape;244;p17"/>
                  <p:cNvSpPr/>
                  <p:nvPr/>
                </p:nvSpPr>
                <p:spPr>
                  <a:xfrm rot="10800000">
                    <a:off x="-156450" y="3454901"/>
                    <a:ext cx="844677" cy="1985522"/>
                  </a:xfrm>
                  <a:custGeom>
                    <a:rect b="b" l="l" r="r" t="t"/>
                    <a:pathLst>
                      <a:path extrusionOk="0" h="56267" w="23937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45" name="Google Shape;245;p17"/>
                <p:cNvGrpSpPr/>
                <p:nvPr/>
              </p:nvGrpSpPr>
              <p:grpSpPr>
                <a:xfrm>
                  <a:off x="363249" y="4906873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46" name="Google Shape;246;p17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47" name="Google Shape;247;p17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248" name="Google Shape;248;p17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49" name="Google Shape;249;p17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50" name="Google Shape;250;p17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51" name="Google Shape;251;p17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52" name="Google Shape;252;p17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53" name="Google Shape;253;p17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54" name="Google Shape;254;p17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55" name="Google Shape;255;p17"/>
                <p:cNvGrpSpPr/>
                <p:nvPr/>
              </p:nvGrpSpPr>
              <p:grpSpPr>
                <a:xfrm rot="-5400000">
                  <a:off x="-461873" y="3769393"/>
                  <a:ext cx="1351491" cy="1047516"/>
                  <a:chOff x="-2460210" y="2758493"/>
                  <a:chExt cx="1351491" cy="1047516"/>
                </a:xfrm>
              </p:grpSpPr>
              <p:sp>
                <p:nvSpPr>
                  <p:cNvPr id="256" name="Google Shape;256;p17"/>
                  <p:cNvSpPr/>
                  <p:nvPr/>
                </p:nvSpPr>
                <p:spPr>
                  <a:xfrm rot="-2700000">
                    <a:off x="-2341816" y="31085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7" name="Google Shape;257;p17"/>
                  <p:cNvSpPr/>
                  <p:nvPr/>
                </p:nvSpPr>
                <p:spPr>
                  <a:xfrm rot="-2700000">
                    <a:off x="-2157466" y="30323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8" name="Google Shape;258;p17"/>
                  <p:cNvSpPr/>
                  <p:nvPr/>
                </p:nvSpPr>
                <p:spPr>
                  <a:xfrm rot="-2700000">
                    <a:off x="-1993591" y="29561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9" name="Google Shape;259;p17"/>
                  <p:cNvSpPr/>
                  <p:nvPr/>
                </p:nvSpPr>
                <p:spPr>
                  <a:xfrm rot="-2700000">
                    <a:off x="-1809241" y="28799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60" name="Google Shape;260;p17"/>
                <p:cNvGrpSpPr/>
                <p:nvPr/>
              </p:nvGrpSpPr>
              <p:grpSpPr>
                <a:xfrm>
                  <a:off x="438999" y="4567398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61" name="Google Shape;261;p17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62" name="Google Shape;262;p17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263" name="Google Shape;263;p17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64" name="Google Shape;264;p17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65" name="Google Shape;265;p17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66" name="Google Shape;266;p17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67" name="Google Shape;267;p17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68" name="Google Shape;268;p17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69" name="Google Shape;269;p17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70" name="Google Shape;270;p17"/>
                <p:cNvGrpSpPr/>
                <p:nvPr/>
              </p:nvGrpSpPr>
              <p:grpSpPr>
                <a:xfrm>
                  <a:off x="-65076" y="4623886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71" name="Google Shape;271;p17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72" name="Google Shape;272;p17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273" name="Google Shape;273;p17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74" name="Google Shape;274;p17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75" name="Google Shape;275;p17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76" name="Google Shape;276;p17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77" name="Google Shape;277;p17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78" name="Google Shape;278;p17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79" name="Google Shape;279;p17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  <p:grpSp>
          <p:nvGrpSpPr>
            <p:cNvPr id="280" name="Google Shape;280;p17"/>
            <p:cNvGrpSpPr/>
            <p:nvPr/>
          </p:nvGrpSpPr>
          <p:grpSpPr>
            <a:xfrm rot="5400000">
              <a:off x="1147388" y="4839000"/>
              <a:ext cx="439200" cy="439100"/>
              <a:chOff x="1101075" y="2142375"/>
              <a:chExt cx="439200" cy="439100"/>
            </a:xfrm>
          </p:grpSpPr>
          <p:sp>
            <p:nvSpPr>
              <p:cNvPr id="281" name="Google Shape;281;p1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1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83" name="Google Shape;283;p17"/>
          <p:cNvGrpSpPr/>
          <p:nvPr/>
        </p:nvGrpSpPr>
        <p:grpSpPr>
          <a:xfrm>
            <a:off x="-2352525" y="-402069"/>
            <a:ext cx="5307515" cy="2438355"/>
            <a:chOff x="-2276325" y="-249669"/>
            <a:chExt cx="5307515" cy="2438355"/>
          </a:xfrm>
        </p:grpSpPr>
        <p:grpSp>
          <p:nvGrpSpPr>
            <p:cNvPr id="284" name="Google Shape;284;p17"/>
            <p:cNvGrpSpPr/>
            <p:nvPr/>
          </p:nvGrpSpPr>
          <p:grpSpPr>
            <a:xfrm rot="10800000">
              <a:off x="-1297788" y="-249669"/>
              <a:ext cx="2601921" cy="2438355"/>
              <a:chOff x="7340128" y="2866613"/>
              <a:chExt cx="2439225" cy="2438355"/>
            </a:xfrm>
          </p:grpSpPr>
          <p:sp>
            <p:nvSpPr>
              <p:cNvPr id="285" name="Google Shape;285;p17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17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7" name="Google Shape;287;p17"/>
            <p:cNvSpPr/>
            <p:nvPr/>
          </p:nvSpPr>
          <p:spPr>
            <a:xfrm rot="-5400000">
              <a:off x="1755111" y="-89601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8" name="Google Shape;288;p17"/>
            <p:cNvGrpSpPr/>
            <p:nvPr/>
          </p:nvGrpSpPr>
          <p:grpSpPr>
            <a:xfrm>
              <a:off x="-2276325" y="245976"/>
              <a:ext cx="4558967" cy="134100"/>
              <a:chOff x="796100" y="3019701"/>
              <a:chExt cx="4558967" cy="134100"/>
            </a:xfrm>
          </p:grpSpPr>
          <p:sp>
            <p:nvSpPr>
              <p:cNvPr id="289" name="Google Shape;289;p1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90" name="Google Shape;290;p1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1" name="Google Shape;291;p1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2" name="Google Shape;292;p17"/>
          <p:cNvGrpSpPr/>
          <p:nvPr/>
        </p:nvGrpSpPr>
        <p:grpSpPr>
          <a:xfrm>
            <a:off x="6795100" y="3095213"/>
            <a:ext cx="4558967" cy="2438355"/>
            <a:chOff x="6490300" y="2866613"/>
            <a:chExt cx="4558967" cy="2438355"/>
          </a:xfrm>
        </p:grpSpPr>
        <p:grpSp>
          <p:nvGrpSpPr>
            <p:cNvPr id="293" name="Google Shape;293;p17"/>
            <p:cNvGrpSpPr/>
            <p:nvPr/>
          </p:nvGrpSpPr>
          <p:grpSpPr>
            <a:xfrm>
              <a:off x="7340128" y="2866613"/>
              <a:ext cx="2439225" cy="2438355"/>
              <a:chOff x="7340128" y="2866613"/>
              <a:chExt cx="2439225" cy="2438355"/>
            </a:xfrm>
          </p:grpSpPr>
          <p:sp>
            <p:nvSpPr>
              <p:cNvPr id="294" name="Google Shape;294;p17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17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6" name="Google Shape;296;p17"/>
            <p:cNvGrpSpPr/>
            <p:nvPr/>
          </p:nvGrpSpPr>
          <p:grpSpPr>
            <a:xfrm rot="10800000">
              <a:off x="6490300" y="4774026"/>
              <a:ext cx="4558967" cy="134100"/>
              <a:chOff x="796100" y="3019701"/>
              <a:chExt cx="4558967" cy="134100"/>
            </a:xfrm>
          </p:grpSpPr>
          <p:sp>
            <p:nvSpPr>
              <p:cNvPr id="297" name="Google Shape;297;p1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98" name="Google Shape;298;p1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9" name="Google Shape;299;p1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00" name="Google Shape;300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302;p18"/>
          <p:cNvGrpSpPr/>
          <p:nvPr/>
        </p:nvGrpSpPr>
        <p:grpSpPr>
          <a:xfrm rot="-8100000">
            <a:off x="-1629951" y="-1138306"/>
            <a:ext cx="3785189" cy="3043121"/>
            <a:chOff x="7103825" y="-713112"/>
            <a:chExt cx="3785226" cy="3043150"/>
          </a:xfrm>
        </p:grpSpPr>
        <p:sp>
          <p:nvSpPr>
            <p:cNvPr id="303" name="Google Shape;303;p18"/>
            <p:cNvSpPr/>
            <p:nvPr/>
          </p:nvSpPr>
          <p:spPr>
            <a:xfrm rot="-3600017">
              <a:off x="7761095" y="-21"/>
              <a:ext cx="2152450" cy="1864030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04" name="Google Shape;304;p18"/>
            <p:cNvPicPr preferRelativeResize="0"/>
            <p:nvPr/>
          </p:nvPicPr>
          <p:blipFill rotWithShape="1">
            <a:blip r:embed="rId2">
              <a:alphaModFix/>
            </a:blip>
            <a:srcRect b="17663" l="0" r="0" t="17657"/>
            <a:stretch/>
          </p:blipFill>
          <p:spPr>
            <a:xfrm>
              <a:off x="7103825" y="-713112"/>
              <a:ext cx="3785226" cy="2888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5" name="Google Shape;305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06" name="Google Shape;306;p18"/>
          <p:cNvGrpSpPr/>
          <p:nvPr/>
        </p:nvGrpSpPr>
        <p:grpSpPr>
          <a:xfrm>
            <a:off x="8106279" y="-844413"/>
            <a:ext cx="1791132" cy="2767833"/>
            <a:chOff x="8030079" y="-844413"/>
            <a:chExt cx="1791132" cy="2767833"/>
          </a:xfrm>
        </p:grpSpPr>
        <p:grpSp>
          <p:nvGrpSpPr>
            <p:cNvPr id="307" name="Google Shape;307;p18"/>
            <p:cNvGrpSpPr/>
            <p:nvPr/>
          </p:nvGrpSpPr>
          <p:grpSpPr>
            <a:xfrm rot="10800000">
              <a:off x="8566799" y="-844413"/>
              <a:ext cx="1213764" cy="2455355"/>
              <a:chOff x="-293545" y="3454371"/>
              <a:chExt cx="981772" cy="1986051"/>
            </a:xfrm>
          </p:grpSpPr>
          <p:sp>
            <p:nvSpPr>
              <p:cNvPr id="308" name="Google Shape;308;p18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18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0" name="Google Shape;310;p18"/>
            <p:cNvGrpSpPr/>
            <p:nvPr/>
          </p:nvGrpSpPr>
          <p:grpSpPr>
            <a:xfrm rot="10800000">
              <a:off x="8123728" y="-262212"/>
              <a:ext cx="865288" cy="591661"/>
              <a:chOff x="39722" y="4349021"/>
              <a:chExt cx="1061964" cy="726143"/>
            </a:xfrm>
          </p:grpSpPr>
          <p:grpSp>
            <p:nvGrpSpPr>
              <p:cNvPr id="311" name="Google Shape;311;p1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12" name="Google Shape;312;p1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13" name="Google Shape;313;p1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14" name="Google Shape;314;p1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5" name="Google Shape;315;p1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6" name="Google Shape;316;p1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7" name="Google Shape;317;p1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8" name="Google Shape;318;p1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19" name="Google Shape;319;p1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0" name="Google Shape;320;p18"/>
            <p:cNvGrpSpPr/>
            <p:nvPr/>
          </p:nvGrpSpPr>
          <p:grpSpPr>
            <a:xfrm rot="5400000">
              <a:off x="8338264" y="440474"/>
              <a:ext cx="1670849" cy="1295044"/>
              <a:chOff x="-2460210" y="2758493"/>
              <a:chExt cx="1351491" cy="1047516"/>
            </a:xfrm>
          </p:grpSpPr>
          <p:sp>
            <p:nvSpPr>
              <p:cNvPr id="321" name="Google Shape;321;p18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18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18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18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5" name="Google Shape;325;p18"/>
            <p:cNvGrpSpPr/>
            <p:nvPr/>
          </p:nvGrpSpPr>
          <p:grpSpPr>
            <a:xfrm rot="10800000">
              <a:off x="8030079" y="157481"/>
              <a:ext cx="865288" cy="591661"/>
              <a:chOff x="39722" y="4349021"/>
              <a:chExt cx="1061964" cy="726143"/>
            </a:xfrm>
          </p:grpSpPr>
          <p:grpSp>
            <p:nvGrpSpPr>
              <p:cNvPr id="326" name="Google Shape;326;p1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7" name="Google Shape;327;p1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28" name="Google Shape;328;p1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29" name="Google Shape;329;p1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0" name="Google Shape;330;p1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1" name="Google Shape;331;p1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2" name="Google Shape;332;p1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3" name="Google Shape;333;p1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34" name="Google Shape;334;p1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5" name="Google Shape;335;p18"/>
            <p:cNvGrpSpPr/>
            <p:nvPr/>
          </p:nvGrpSpPr>
          <p:grpSpPr>
            <a:xfrm rot="10800000">
              <a:off x="8653266" y="87645"/>
              <a:ext cx="865288" cy="591661"/>
              <a:chOff x="39722" y="4349021"/>
              <a:chExt cx="1061964" cy="726143"/>
            </a:xfrm>
          </p:grpSpPr>
          <p:grpSp>
            <p:nvGrpSpPr>
              <p:cNvPr id="336" name="Google Shape;336;p1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37" name="Google Shape;337;p1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38" name="Google Shape;338;p1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39" name="Google Shape;339;p1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0" name="Google Shape;340;p1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1" name="Google Shape;341;p1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2" name="Google Shape;342;p1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3" name="Google Shape;343;p1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44" name="Google Shape;344;p1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45" name="Google Shape;345;p18"/>
          <p:cNvGrpSpPr/>
          <p:nvPr/>
        </p:nvGrpSpPr>
        <p:grpSpPr>
          <a:xfrm>
            <a:off x="-1499000" y="3182553"/>
            <a:ext cx="4558967" cy="3356863"/>
            <a:chOff x="-1422800" y="3106353"/>
            <a:chExt cx="4558967" cy="3356863"/>
          </a:xfrm>
        </p:grpSpPr>
        <p:grpSp>
          <p:nvGrpSpPr>
            <p:cNvPr id="346" name="Google Shape;346;p18"/>
            <p:cNvGrpSpPr/>
            <p:nvPr/>
          </p:nvGrpSpPr>
          <p:grpSpPr>
            <a:xfrm>
              <a:off x="-474664" y="3485331"/>
              <a:ext cx="1472068" cy="2977885"/>
              <a:chOff x="-293545" y="3454371"/>
              <a:chExt cx="981772" cy="1986051"/>
            </a:xfrm>
          </p:grpSpPr>
          <p:sp>
            <p:nvSpPr>
              <p:cNvPr id="347" name="Google Shape;347;p18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18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9" name="Google Shape;349;p18"/>
            <p:cNvGrpSpPr/>
            <p:nvPr/>
          </p:nvGrpSpPr>
          <p:grpSpPr>
            <a:xfrm>
              <a:off x="485337" y="5039978"/>
              <a:ext cx="1049539" cy="717647"/>
              <a:chOff x="39722" y="4349021"/>
              <a:chExt cx="1061964" cy="726143"/>
            </a:xfrm>
          </p:grpSpPr>
          <p:grpSp>
            <p:nvGrpSpPr>
              <p:cNvPr id="350" name="Google Shape;350;p1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51" name="Google Shape;351;p1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52" name="Google Shape;352;p1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53" name="Google Shape;353;p1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4" name="Google Shape;354;p1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5" name="Google Shape;355;p1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6" name="Google Shape;356;p1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7" name="Google Shape;357;p1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58" name="Google Shape;358;p1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9" name="Google Shape;359;p18"/>
            <p:cNvGrpSpPr/>
            <p:nvPr/>
          </p:nvGrpSpPr>
          <p:grpSpPr>
            <a:xfrm rot="5400000">
              <a:off x="-645364" y="3334243"/>
              <a:ext cx="2026426" cy="1570646"/>
              <a:chOff x="-2460210" y="2758493"/>
              <a:chExt cx="1351491" cy="1047516"/>
            </a:xfrm>
          </p:grpSpPr>
          <p:sp>
            <p:nvSpPr>
              <p:cNvPr id="360" name="Google Shape;360;p18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18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18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18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4" name="Google Shape;364;p18"/>
            <p:cNvGrpSpPr/>
            <p:nvPr/>
          </p:nvGrpSpPr>
          <p:grpSpPr>
            <a:xfrm>
              <a:off x="598917" y="4530969"/>
              <a:ext cx="1049539" cy="717647"/>
              <a:chOff x="39722" y="4349021"/>
              <a:chExt cx="1061964" cy="726143"/>
            </a:xfrm>
          </p:grpSpPr>
          <p:grpSp>
            <p:nvGrpSpPr>
              <p:cNvPr id="365" name="Google Shape;365;p1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66" name="Google Shape;366;p1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67" name="Google Shape;367;p1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68" name="Google Shape;368;p1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9" name="Google Shape;369;p1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0" name="Google Shape;370;p1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1" name="Google Shape;371;p1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2" name="Google Shape;372;p1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73" name="Google Shape;373;p1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4" name="Google Shape;374;p18"/>
            <p:cNvGrpSpPr/>
            <p:nvPr/>
          </p:nvGrpSpPr>
          <p:grpSpPr>
            <a:xfrm>
              <a:off x="-156893" y="4615667"/>
              <a:ext cx="1049539" cy="717647"/>
              <a:chOff x="39722" y="4349021"/>
              <a:chExt cx="1061964" cy="726143"/>
            </a:xfrm>
          </p:grpSpPr>
          <p:grpSp>
            <p:nvGrpSpPr>
              <p:cNvPr id="375" name="Google Shape;375;p1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76" name="Google Shape;376;p1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77" name="Google Shape;377;p1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78" name="Google Shape;378;p1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9" name="Google Shape;379;p1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0" name="Google Shape;380;p1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1" name="Google Shape;381;p1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2" name="Google Shape;382;p1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83" name="Google Shape;383;p1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4" name="Google Shape;384;p18"/>
            <p:cNvGrpSpPr/>
            <p:nvPr/>
          </p:nvGrpSpPr>
          <p:grpSpPr>
            <a:xfrm>
              <a:off x="-1422800" y="4822751"/>
              <a:ext cx="4558967" cy="134100"/>
              <a:chOff x="796100" y="3019701"/>
              <a:chExt cx="4558967" cy="134100"/>
            </a:xfrm>
          </p:grpSpPr>
          <p:sp>
            <p:nvSpPr>
              <p:cNvPr id="385" name="Google Shape;385;p18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86" name="Google Shape;386;p18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87" name="Google Shape;387;p18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88" name="Google Shape;388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9"/>
          <p:cNvSpPr txBox="1"/>
          <p:nvPr>
            <p:ph idx="1" type="subTitle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/>
        </p:txBody>
      </p:sp>
      <p:sp>
        <p:nvSpPr>
          <p:cNvPr id="391" name="Google Shape;391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92" name="Google Shape;392;p19"/>
          <p:cNvGrpSpPr/>
          <p:nvPr/>
        </p:nvGrpSpPr>
        <p:grpSpPr>
          <a:xfrm>
            <a:off x="8934675" y="3943438"/>
            <a:ext cx="439200" cy="439100"/>
            <a:chOff x="1101075" y="2142375"/>
            <a:chExt cx="439200" cy="439100"/>
          </a:xfrm>
        </p:grpSpPr>
        <p:sp>
          <p:nvSpPr>
            <p:cNvPr id="393" name="Google Shape;393;p19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9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5" name="Google Shape;395;p19"/>
          <p:cNvGrpSpPr/>
          <p:nvPr/>
        </p:nvGrpSpPr>
        <p:grpSpPr>
          <a:xfrm>
            <a:off x="5481594" y="-3117615"/>
            <a:ext cx="5954334" cy="6142759"/>
            <a:chOff x="5329194" y="-2965215"/>
            <a:chExt cx="5954334" cy="6142759"/>
          </a:xfrm>
        </p:grpSpPr>
        <p:sp>
          <p:nvSpPr>
            <p:cNvPr id="396" name="Google Shape;396;p19"/>
            <p:cNvSpPr/>
            <p:nvPr/>
          </p:nvSpPr>
          <p:spPr>
            <a:xfrm rot="-2700000">
              <a:off x="6677338" y="-2306933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9"/>
            <p:cNvSpPr/>
            <p:nvPr/>
          </p:nvSpPr>
          <p:spPr>
            <a:xfrm rot="-2700000">
              <a:off x="6782013" y="-2600033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8" name="Google Shape;398;p19"/>
            <p:cNvGrpSpPr/>
            <p:nvPr/>
          </p:nvGrpSpPr>
          <p:grpSpPr>
            <a:xfrm rot="10800000">
              <a:off x="5710125" y="185651"/>
              <a:ext cx="4558967" cy="134100"/>
              <a:chOff x="796100" y="3019701"/>
              <a:chExt cx="4558967" cy="134100"/>
            </a:xfrm>
          </p:grpSpPr>
          <p:sp>
            <p:nvSpPr>
              <p:cNvPr id="399" name="Google Shape;399;p1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00" name="Google Shape;400;p1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01" name="Google Shape;401;p1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02" name="Google Shape;402;p19"/>
          <p:cNvGrpSpPr/>
          <p:nvPr/>
        </p:nvGrpSpPr>
        <p:grpSpPr>
          <a:xfrm flipH="1">
            <a:off x="-503516" y="3986929"/>
            <a:ext cx="5249359" cy="2992224"/>
            <a:chOff x="-258616" y="3430829"/>
            <a:chExt cx="5249359" cy="2992224"/>
          </a:xfrm>
        </p:grpSpPr>
        <p:pic>
          <p:nvPicPr>
            <p:cNvPr id="403" name="Google Shape;403;p1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19"/>
            <p:cNvSpPr/>
            <p:nvPr/>
          </p:nvSpPr>
          <p:spPr>
            <a:xfrm>
              <a:off x="363250" y="4667754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9"/>
            <p:cNvSpPr/>
            <p:nvPr/>
          </p:nvSpPr>
          <p:spPr>
            <a:xfrm>
              <a:off x="941424" y="4724302"/>
              <a:ext cx="340329" cy="325895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9"/>
            <p:cNvSpPr/>
            <p:nvPr/>
          </p:nvSpPr>
          <p:spPr>
            <a:xfrm>
              <a:off x="820562" y="49581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9"/>
            <p:cNvSpPr/>
            <p:nvPr/>
          </p:nvSpPr>
          <p:spPr>
            <a:xfrm>
              <a:off x="1299000" y="46085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9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9" name="Google Shape;409;p19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410" name="Google Shape;410;p1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1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2" name="Google Shape;412;p19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413" name="Google Shape;413;p1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1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15" name="Google Shape;415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 txBox="1"/>
          <p:nvPr>
            <p:ph type="title"/>
          </p:nvPr>
        </p:nvSpPr>
        <p:spPr>
          <a:xfrm>
            <a:off x="713225" y="2122600"/>
            <a:ext cx="7297500" cy="9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418" name="Google Shape;418;p20"/>
          <p:cNvGrpSpPr/>
          <p:nvPr/>
        </p:nvGrpSpPr>
        <p:grpSpPr>
          <a:xfrm>
            <a:off x="6475811" y="-1541623"/>
            <a:ext cx="2583360" cy="2409685"/>
            <a:chOff x="6475811" y="-1541623"/>
            <a:chExt cx="2583360" cy="2409685"/>
          </a:xfrm>
        </p:grpSpPr>
        <p:grpSp>
          <p:nvGrpSpPr>
            <p:cNvPr id="419" name="Google Shape;419;p20"/>
            <p:cNvGrpSpPr/>
            <p:nvPr/>
          </p:nvGrpSpPr>
          <p:grpSpPr>
            <a:xfrm rot="-5400000">
              <a:off x="5879041" y="-944853"/>
              <a:ext cx="2133442" cy="939904"/>
              <a:chOff x="-149984" y="3754784"/>
              <a:chExt cx="2133442" cy="939904"/>
            </a:xfrm>
          </p:grpSpPr>
          <p:sp>
            <p:nvSpPr>
              <p:cNvPr id="420" name="Google Shape;420;p20"/>
              <p:cNvSpPr/>
              <p:nvPr/>
            </p:nvSpPr>
            <p:spPr>
              <a:xfrm rot="5400000">
                <a:off x="707379" y="3056155"/>
                <a:ext cx="577450" cy="1974708"/>
              </a:xfrm>
              <a:custGeom>
                <a:rect b="b" l="l" r="r" t="t"/>
                <a:pathLst>
                  <a:path extrusionOk="0" h="48146" w="14079">
                    <a:moveTo>
                      <a:pt x="13866" y="0"/>
                    </a:moveTo>
                    <a:lnTo>
                      <a:pt x="5867" y="7999"/>
                    </a:lnTo>
                    <a:lnTo>
                      <a:pt x="5836" y="8045"/>
                    </a:lnTo>
                    <a:lnTo>
                      <a:pt x="5836" y="31737"/>
                    </a:lnTo>
                    <a:lnTo>
                      <a:pt x="1" y="37541"/>
                    </a:lnTo>
                    <a:lnTo>
                      <a:pt x="1" y="48146"/>
                    </a:lnTo>
                    <a:lnTo>
                      <a:pt x="306" y="48146"/>
                    </a:lnTo>
                    <a:lnTo>
                      <a:pt x="306" y="37679"/>
                    </a:lnTo>
                    <a:lnTo>
                      <a:pt x="6141" y="31874"/>
                    </a:lnTo>
                    <a:lnTo>
                      <a:pt x="6141" y="8167"/>
                    </a:lnTo>
                    <a:lnTo>
                      <a:pt x="14079" y="229"/>
                    </a:lnTo>
                    <a:lnTo>
                      <a:pt x="13866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20"/>
              <p:cNvSpPr/>
              <p:nvPr/>
            </p:nvSpPr>
            <p:spPr>
              <a:xfrm rot="5400000">
                <a:off x="391825" y="3465468"/>
                <a:ext cx="687411" cy="1771028"/>
              </a:xfrm>
              <a:custGeom>
                <a:rect b="b" l="l" r="r" t="t"/>
                <a:pathLst>
                  <a:path extrusionOk="0" h="43180" w="16760">
                    <a:moveTo>
                      <a:pt x="16531" y="1"/>
                    </a:moveTo>
                    <a:lnTo>
                      <a:pt x="4403" y="12159"/>
                    </a:lnTo>
                    <a:lnTo>
                      <a:pt x="4342" y="12190"/>
                    </a:lnTo>
                    <a:lnTo>
                      <a:pt x="4342" y="25734"/>
                    </a:lnTo>
                    <a:lnTo>
                      <a:pt x="0" y="30077"/>
                    </a:lnTo>
                    <a:lnTo>
                      <a:pt x="8746" y="38822"/>
                    </a:lnTo>
                    <a:lnTo>
                      <a:pt x="8746" y="43180"/>
                    </a:lnTo>
                    <a:lnTo>
                      <a:pt x="9066" y="43180"/>
                    </a:lnTo>
                    <a:lnTo>
                      <a:pt x="9066" y="38700"/>
                    </a:lnTo>
                    <a:lnTo>
                      <a:pt x="442" y="30077"/>
                    </a:lnTo>
                    <a:lnTo>
                      <a:pt x="4662" y="25872"/>
                    </a:lnTo>
                    <a:lnTo>
                      <a:pt x="4662" y="12327"/>
                    </a:lnTo>
                    <a:lnTo>
                      <a:pt x="16760" y="230"/>
                    </a:lnTo>
                    <a:lnTo>
                      <a:pt x="16531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2" name="Google Shape;422;p20"/>
            <p:cNvSpPr/>
            <p:nvPr/>
          </p:nvSpPr>
          <p:spPr>
            <a:xfrm rot="5400000">
              <a:off x="7783092" y="-77047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0"/>
            <p:cNvSpPr/>
            <p:nvPr/>
          </p:nvSpPr>
          <p:spPr>
            <a:xfrm rot="5400000">
              <a:off x="7617537" y="-361157"/>
              <a:ext cx="687411" cy="1771028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4" name="Google Shape;424;p20"/>
            <p:cNvGrpSpPr/>
            <p:nvPr/>
          </p:nvGrpSpPr>
          <p:grpSpPr>
            <a:xfrm>
              <a:off x="7741638" y="-258450"/>
              <a:ext cx="439200" cy="439100"/>
              <a:chOff x="1101075" y="2142375"/>
              <a:chExt cx="439200" cy="439100"/>
            </a:xfrm>
          </p:grpSpPr>
          <p:sp>
            <p:nvSpPr>
              <p:cNvPr id="425" name="Google Shape;425;p20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20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27" name="Google Shape;427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1"/>
          <p:cNvSpPr txBox="1"/>
          <p:nvPr>
            <p:ph type="title"/>
          </p:nvPr>
        </p:nvSpPr>
        <p:spPr>
          <a:xfrm>
            <a:off x="720000" y="479750"/>
            <a:ext cx="3145200" cy="184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21"/>
          <p:cNvSpPr txBox="1"/>
          <p:nvPr>
            <p:ph idx="1" type="subTitle"/>
          </p:nvPr>
        </p:nvSpPr>
        <p:spPr>
          <a:xfrm>
            <a:off x="720000" y="2359400"/>
            <a:ext cx="3145200" cy="22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431" name="Google Shape;431;p21"/>
          <p:cNvSpPr/>
          <p:nvPr>
            <p:ph idx="2" type="pic"/>
          </p:nvPr>
        </p:nvSpPr>
        <p:spPr>
          <a:xfrm>
            <a:off x="4135800" y="539500"/>
            <a:ext cx="4295100" cy="40692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432" name="Google Shape;432;p21"/>
          <p:cNvGrpSpPr/>
          <p:nvPr/>
        </p:nvGrpSpPr>
        <p:grpSpPr>
          <a:xfrm>
            <a:off x="-2393465" y="-1635538"/>
            <a:ext cx="4710415" cy="5344655"/>
            <a:chOff x="-2317265" y="-1559338"/>
            <a:chExt cx="4710415" cy="5344655"/>
          </a:xfrm>
        </p:grpSpPr>
        <p:pic>
          <p:nvPicPr>
            <p:cNvPr id="433" name="Google Shape;433;p2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-2317265" y="-1559338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34" name="Google Shape;434;p21"/>
            <p:cNvGrpSpPr/>
            <p:nvPr/>
          </p:nvGrpSpPr>
          <p:grpSpPr>
            <a:xfrm>
              <a:off x="-1322674" y="-1333888"/>
              <a:ext cx="3153315" cy="5119205"/>
              <a:chOff x="6643701" y="816087"/>
              <a:chExt cx="3153315" cy="5119205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36" name="Google Shape;436;p21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437" name="Google Shape;437;p21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8" name="Google Shape;438;p21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39" name="Google Shape;439;p21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440" name="Google Shape;440;p21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1" name="Google Shape;441;p21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42" name="Google Shape;442;p21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443" name="Google Shape;443;p21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4" name="Google Shape;444;p21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45" name="Google Shape;445;p21"/>
            <p:cNvGrpSpPr/>
            <p:nvPr/>
          </p:nvGrpSpPr>
          <p:grpSpPr>
            <a:xfrm>
              <a:off x="121568" y="-846844"/>
              <a:ext cx="88151" cy="2151709"/>
              <a:chOff x="3054755" y="4367024"/>
              <a:chExt cx="88142" cy="1137387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8" name="Google Shape;448;p21"/>
            <p:cNvGrpSpPr/>
            <p:nvPr/>
          </p:nvGrpSpPr>
          <p:grpSpPr>
            <a:xfrm>
              <a:off x="361243" y="-718832"/>
              <a:ext cx="88151" cy="2151709"/>
              <a:chOff x="3054755" y="4367024"/>
              <a:chExt cx="88142" cy="1137387"/>
            </a:xfrm>
          </p:grpSpPr>
          <p:sp>
            <p:nvSpPr>
              <p:cNvPr id="449" name="Google Shape;449;p21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21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51" name="Google Shape;451;p21"/>
            <p:cNvSpPr/>
            <p:nvPr/>
          </p:nvSpPr>
          <p:spPr>
            <a:xfrm rot="5400000">
              <a:off x="501466" y="-1277128"/>
              <a:ext cx="1031181" cy="275218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2" name="Google Shape;452;p21"/>
            <p:cNvGrpSpPr/>
            <p:nvPr/>
          </p:nvGrpSpPr>
          <p:grpSpPr>
            <a:xfrm>
              <a:off x="-175967" y="337269"/>
              <a:ext cx="480890" cy="481200"/>
              <a:chOff x="959750" y="3039275"/>
              <a:chExt cx="582050" cy="582425"/>
            </a:xfrm>
          </p:grpSpPr>
          <p:sp>
            <p:nvSpPr>
              <p:cNvPr id="453" name="Google Shape;453;p21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21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21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21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21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21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21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60" name="Google Shape;460;p21"/>
          <p:cNvGrpSpPr/>
          <p:nvPr/>
        </p:nvGrpSpPr>
        <p:grpSpPr>
          <a:xfrm>
            <a:off x="6719910" y="2898312"/>
            <a:ext cx="3920501" cy="3213899"/>
            <a:chOff x="6643710" y="2822113"/>
            <a:chExt cx="3920501" cy="3213899"/>
          </a:xfrm>
        </p:grpSpPr>
        <p:sp>
          <p:nvSpPr>
            <p:cNvPr id="461" name="Google Shape;461;p21"/>
            <p:cNvSpPr/>
            <p:nvPr/>
          </p:nvSpPr>
          <p:spPr>
            <a:xfrm>
              <a:off x="8764950" y="2822113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62" name="Google Shape;462;p2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63" name="Google Shape;463;p21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464" name="Google Shape;464;p21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21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21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7" name="Google Shape;467;p21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468" name="Google Shape;468;p21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21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21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71" name="Google Shape;471;p21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1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3" name="Google Shape;473;p21"/>
          <p:cNvGrpSpPr/>
          <p:nvPr/>
        </p:nvGrpSpPr>
        <p:grpSpPr>
          <a:xfrm>
            <a:off x="-1953175" y="4816451"/>
            <a:ext cx="4558967" cy="134100"/>
            <a:chOff x="796100" y="3019701"/>
            <a:chExt cx="4558967" cy="134100"/>
          </a:xfrm>
        </p:grpSpPr>
        <p:sp>
          <p:nvSpPr>
            <p:cNvPr id="474" name="Google Shape;474;p21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75" name="Google Shape;475;p21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76" name="Google Shape;476;p21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7" name="Google Shape;477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22"/>
          <p:cNvSpPr txBox="1"/>
          <p:nvPr>
            <p:ph type="title"/>
          </p:nvPr>
        </p:nvSpPr>
        <p:spPr>
          <a:xfrm>
            <a:off x="720000" y="539500"/>
            <a:ext cx="3672000" cy="93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81" name="Google Shape;481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3"/>
          <p:cNvSpPr txBox="1"/>
          <p:nvPr>
            <p:ph hasCustomPrompt="1" type="title"/>
          </p:nvPr>
        </p:nvSpPr>
        <p:spPr>
          <a:xfrm>
            <a:off x="713225" y="1766475"/>
            <a:ext cx="6576000" cy="10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60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484" name="Google Shape;484;p23"/>
          <p:cNvSpPr txBox="1"/>
          <p:nvPr>
            <p:ph idx="1" type="subTitle"/>
          </p:nvPr>
        </p:nvSpPr>
        <p:spPr>
          <a:xfrm>
            <a:off x="713225" y="311837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485" name="Google Shape;485;p23"/>
          <p:cNvGrpSpPr/>
          <p:nvPr/>
        </p:nvGrpSpPr>
        <p:grpSpPr>
          <a:xfrm>
            <a:off x="-889904" y="4083136"/>
            <a:ext cx="4477057" cy="2336436"/>
            <a:chOff x="-889904" y="4006936"/>
            <a:chExt cx="4477057" cy="2336436"/>
          </a:xfrm>
        </p:grpSpPr>
        <p:grpSp>
          <p:nvGrpSpPr>
            <p:cNvPr id="486" name="Google Shape;486;p23"/>
            <p:cNvGrpSpPr/>
            <p:nvPr/>
          </p:nvGrpSpPr>
          <p:grpSpPr>
            <a:xfrm>
              <a:off x="-889904" y="4006936"/>
              <a:ext cx="4477057" cy="2336436"/>
              <a:chOff x="-900729" y="3974486"/>
              <a:chExt cx="4477057" cy="2336436"/>
            </a:xfrm>
          </p:grpSpPr>
          <p:sp>
            <p:nvSpPr>
              <p:cNvPr id="487" name="Google Shape;487;p23"/>
              <p:cNvSpPr/>
              <p:nvPr/>
            </p:nvSpPr>
            <p:spPr>
              <a:xfrm rot="-3600048">
                <a:off x="-675925" y="4363903"/>
                <a:ext cx="1798609" cy="1557602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23"/>
              <p:cNvSpPr/>
              <p:nvPr/>
            </p:nvSpPr>
            <p:spPr>
              <a:xfrm rot="-5400000">
                <a:off x="891329" y="3148090"/>
                <a:ext cx="1793675" cy="3576323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89" name="Google Shape;489;p23"/>
              <p:cNvGrpSpPr/>
              <p:nvPr/>
            </p:nvGrpSpPr>
            <p:grpSpPr>
              <a:xfrm>
                <a:off x="63440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90" name="Google Shape;490;p23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1" name="Google Shape;491;p23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2" name="Google Shape;492;p23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3" name="Google Shape;493;p23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4" name="Google Shape;494;p23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5" name="Google Shape;495;p23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6" name="Google Shape;496;p23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97" name="Google Shape;497;p23"/>
              <p:cNvGrpSpPr/>
              <p:nvPr/>
            </p:nvGrpSpPr>
            <p:grpSpPr>
              <a:xfrm>
                <a:off x="464815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3" name="Google Shape;503;p23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4" name="Google Shape;504;p23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05" name="Google Shape;505;p23"/>
            <p:cNvGrpSpPr/>
            <p:nvPr/>
          </p:nvGrpSpPr>
          <p:grpSpPr>
            <a:xfrm rot="5400000">
              <a:off x="1017275" y="4934200"/>
              <a:ext cx="439200" cy="439100"/>
              <a:chOff x="1101075" y="2142375"/>
              <a:chExt cx="439200" cy="439100"/>
            </a:xfrm>
          </p:grpSpPr>
          <p:sp>
            <p:nvSpPr>
              <p:cNvPr id="506" name="Google Shape;506;p23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" name="Google Shape;507;p23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08" name="Google Shape;508;p23"/>
          <p:cNvGrpSpPr/>
          <p:nvPr/>
        </p:nvGrpSpPr>
        <p:grpSpPr>
          <a:xfrm>
            <a:off x="-2613417" y="-2882410"/>
            <a:ext cx="8164418" cy="6343459"/>
            <a:chOff x="-2613417" y="-2806210"/>
            <a:chExt cx="8164418" cy="6343459"/>
          </a:xfrm>
        </p:grpSpPr>
        <p:grpSp>
          <p:nvGrpSpPr>
            <p:cNvPr id="509" name="Google Shape;509;p23"/>
            <p:cNvGrpSpPr/>
            <p:nvPr/>
          </p:nvGrpSpPr>
          <p:grpSpPr>
            <a:xfrm>
              <a:off x="-191059" y="95963"/>
              <a:ext cx="1538562" cy="971589"/>
              <a:chOff x="-191059" y="95963"/>
              <a:chExt cx="1538562" cy="971589"/>
            </a:xfrm>
          </p:grpSpPr>
          <p:grpSp>
            <p:nvGrpSpPr>
              <p:cNvPr id="510" name="Google Shape;510;p23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511" name="Google Shape;511;p23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12" name="Google Shape;512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3" name="Google Shape;513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4" name="Google Shape;514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5" name="Google Shape;515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6" name="Google Shape;516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17" name="Google Shape;517;p23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18" name="Google Shape;518;p23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19" name="Google Shape;519;p23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20" name="Google Shape;520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1" name="Google Shape;521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2" name="Google Shape;522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3" name="Google Shape;523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4" name="Google Shape;524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25" name="Google Shape;525;p23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26" name="Google Shape;526;p23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27" name="Google Shape;527;p23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28" name="Google Shape;528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9" name="Google Shape;529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30" name="Google Shape;530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31" name="Google Shape;531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32" name="Google Shape;532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33" name="Google Shape;533;p23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34" name="Google Shape;534;p23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35" name="Google Shape;535;p23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36" name="Google Shape;536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37" name="Google Shape;53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38" name="Google Shape;538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39" name="Google Shape;539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0" name="Google Shape;540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41" name="Google Shape;541;p23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42" name="Google Shape;542;p23"/>
            <p:cNvGrpSpPr/>
            <p:nvPr/>
          </p:nvGrpSpPr>
          <p:grpSpPr>
            <a:xfrm rot="-7479050">
              <a:off x="-2051246" y="-1642948"/>
              <a:ext cx="4889863" cy="3931229"/>
              <a:chOff x="7103825" y="-713112"/>
              <a:chExt cx="3785226" cy="3043150"/>
            </a:xfrm>
          </p:grpSpPr>
          <p:sp>
            <p:nvSpPr>
              <p:cNvPr id="543" name="Google Shape;543;p23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544" name="Google Shape;544;p23"/>
              <p:cNvPicPr preferRelativeResize="0"/>
              <p:nvPr/>
            </p:nvPicPr>
            <p:blipFill rotWithShape="1">
              <a:blip r:embed="rId2">
                <a:alphaModFix/>
              </a:blip>
              <a:srcRect b="17663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45" name="Google Shape;545;p23"/>
            <p:cNvGrpSpPr/>
            <p:nvPr/>
          </p:nvGrpSpPr>
          <p:grpSpPr>
            <a:xfrm>
              <a:off x="-640220" y="-2653973"/>
              <a:ext cx="6191222" cy="6191222"/>
              <a:chOff x="-640220" y="-2502423"/>
              <a:chExt cx="6191222" cy="6191222"/>
            </a:xfrm>
          </p:grpSpPr>
          <p:sp>
            <p:nvSpPr>
              <p:cNvPr id="546" name="Google Shape;546;p23"/>
              <p:cNvSpPr/>
              <p:nvPr/>
            </p:nvSpPr>
            <p:spPr>
              <a:xfrm rot="-8100000">
                <a:off x="452224" y="-1781500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7" name="Google Shape;547;p23"/>
              <p:cNvSpPr/>
              <p:nvPr/>
            </p:nvSpPr>
            <p:spPr>
              <a:xfrm rot="-8100000">
                <a:off x="83608" y="-617740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48" name="Google Shape;548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53" name="Google Shape;553;p25"/>
          <p:cNvSpPr txBox="1"/>
          <p:nvPr>
            <p:ph idx="1" type="subTitle"/>
          </p:nvPr>
        </p:nvSpPr>
        <p:spPr>
          <a:xfrm>
            <a:off x="720000" y="2244725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4" name="Google Shape;554;p25"/>
          <p:cNvSpPr txBox="1"/>
          <p:nvPr>
            <p:ph idx="2" type="subTitle"/>
          </p:nvPr>
        </p:nvSpPr>
        <p:spPr>
          <a:xfrm>
            <a:off x="4366700" y="2244725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5" name="Google Shape;555;p25"/>
          <p:cNvSpPr txBox="1"/>
          <p:nvPr>
            <p:ph idx="3" type="subTitle"/>
          </p:nvPr>
        </p:nvSpPr>
        <p:spPr>
          <a:xfrm>
            <a:off x="720000" y="3940900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6" name="Google Shape;556;p25"/>
          <p:cNvSpPr txBox="1"/>
          <p:nvPr>
            <p:ph idx="4" type="subTitle"/>
          </p:nvPr>
        </p:nvSpPr>
        <p:spPr>
          <a:xfrm>
            <a:off x="4366700" y="3940900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7" name="Google Shape;557;p25"/>
          <p:cNvSpPr txBox="1"/>
          <p:nvPr>
            <p:ph hasCustomPrompt="1" idx="5" type="title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58" name="Google Shape;558;p25"/>
          <p:cNvSpPr txBox="1"/>
          <p:nvPr>
            <p:ph hasCustomPrompt="1" idx="6" type="title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59" name="Google Shape;559;p25"/>
          <p:cNvSpPr txBox="1"/>
          <p:nvPr>
            <p:ph hasCustomPrompt="1" idx="7" type="title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60" name="Google Shape;560;p25"/>
          <p:cNvSpPr txBox="1"/>
          <p:nvPr>
            <p:ph hasCustomPrompt="1" idx="8" type="title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61" name="Google Shape;561;p25"/>
          <p:cNvSpPr txBox="1"/>
          <p:nvPr>
            <p:ph idx="9" type="subTitle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562" name="Google Shape;562;p25"/>
          <p:cNvSpPr txBox="1"/>
          <p:nvPr>
            <p:ph idx="13" type="subTitle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563" name="Google Shape;563;p25"/>
          <p:cNvSpPr txBox="1"/>
          <p:nvPr>
            <p:ph idx="14" type="subTitle"/>
          </p:nvPr>
        </p:nvSpPr>
        <p:spPr>
          <a:xfrm>
            <a:off x="720000" y="3614801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64" name="Google Shape;564;p25"/>
          <p:cNvSpPr txBox="1"/>
          <p:nvPr>
            <p:ph idx="15" type="subTitle"/>
          </p:nvPr>
        </p:nvSpPr>
        <p:spPr>
          <a:xfrm>
            <a:off x="4366698" y="3614801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565" name="Google Shape;565;p25"/>
          <p:cNvGrpSpPr/>
          <p:nvPr/>
        </p:nvGrpSpPr>
        <p:grpSpPr>
          <a:xfrm>
            <a:off x="-808923" y="2711465"/>
            <a:ext cx="2097951" cy="3309497"/>
            <a:chOff x="-656523" y="2711465"/>
            <a:chExt cx="2097951" cy="3309497"/>
          </a:xfrm>
        </p:grpSpPr>
        <p:sp>
          <p:nvSpPr>
            <p:cNvPr id="566" name="Google Shape;566;p25"/>
            <p:cNvSpPr/>
            <p:nvPr/>
          </p:nvSpPr>
          <p:spPr>
            <a:xfrm flipH="1">
              <a:off x="-352474" y="4279466"/>
              <a:ext cx="1139424" cy="986746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67" name="Google Shape;567;p25"/>
            <p:cNvGrpSpPr/>
            <p:nvPr/>
          </p:nvGrpSpPr>
          <p:grpSpPr>
            <a:xfrm>
              <a:off x="323479" y="4682324"/>
              <a:ext cx="328346" cy="328531"/>
              <a:chOff x="3678700" y="407275"/>
              <a:chExt cx="708100" cy="708500"/>
            </a:xfrm>
          </p:grpSpPr>
          <p:sp>
            <p:nvSpPr>
              <p:cNvPr id="568" name="Google Shape;568;p25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" name="Google Shape;569;p25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" name="Google Shape;570;p25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" name="Google Shape;571;p25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" name="Google Shape;572;p25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" name="Google Shape;573;p25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" name="Google Shape;574;p25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75" name="Google Shape;575;p25"/>
            <p:cNvGrpSpPr/>
            <p:nvPr/>
          </p:nvGrpSpPr>
          <p:grpSpPr>
            <a:xfrm>
              <a:off x="-541317" y="2711465"/>
              <a:ext cx="1117945" cy="1598547"/>
              <a:chOff x="-541317" y="2711465"/>
              <a:chExt cx="1117945" cy="1598547"/>
            </a:xfrm>
          </p:grpSpPr>
          <p:sp>
            <p:nvSpPr>
              <p:cNvPr id="576" name="Google Shape;576;p25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77" name="Google Shape;577;p25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78" name="Google Shape;578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9" name="Google Shape;579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80" name="Google Shape;580;p25"/>
            <p:cNvGrpSpPr/>
            <p:nvPr/>
          </p:nvGrpSpPr>
          <p:grpSpPr>
            <a:xfrm rot="-9080766">
              <a:off x="-341725" y="3731687"/>
              <a:ext cx="1117904" cy="1598488"/>
              <a:chOff x="-541317" y="2711465"/>
              <a:chExt cx="1117945" cy="1598547"/>
            </a:xfrm>
          </p:grpSpPr>
          <p:sp>
            <p:nvSpPr>
              <p:cNvPr id="581" name="Google Shape;581;p25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82" name="Google Shape;582;p25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83" name="Google Shape;583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4" name="Google Shape;584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85" name="Google Shape;585;p25"/>
            <p:cNvGrpSpPr/>
            <p:nvPr/>
          </p:nvGrpSpPr>
          <p:grpSpPr>
            <a:xfrm rot="10800000">
              <a:off x="323483" y="4422415"/>
              <a:ext cx="1117945" cy="1598547"/>
              <a:chOff x="-541317" y="2711465"/>
              <a:chExt cx="1117945" cy="1598547"/>
            </a:xfrm>
          </p:grpSpPr>
          <p:sp>
            <p:nvSpPr>
              <p:cNvPr id="586" name="Google Shape;586;p25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87" name="Google Shape;587;p25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88" name="Google Shape;588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9" name="Google Shape;589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590" name="Google Shape;590;p25"/>
          <p:cNvGrpSpPr/>
          <p:nvPr/>
        </p:nvGrpSpPr>
        <p:grpSpPr>
          <a:xfrm>
            <a:off x="6470875" y="-1735180"/>
            <a:ext cx="4257000" cy="4171657"/>
            <a:chOff x="6394675" y="-1658980"/>
            <a:chExt cx="4257000" cy="4171657"/>
          </a:xfrm>
        </p:grpSpPr>
        <p:grpSp>
          <p:nvGrpSpPr>
            <p:cNvPr id="591" name="Google Shape;591;p25"/>
            <p:cNvGrpSpPr/>
            <p:nvPr/>
          </p:nvGrpSpPr>
          <p:grpSpPr>
            <a:xfrm flipH="1" rot="-2700000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592" name="Google Shape;592;p25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25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25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95" name="Google Shape;595;p25"/>
            <p:cNvSpPr/>
            <p:nvPr/>
          </p:nvSpPr>
          <p:spPr>
            <a:xfrm>
              <a:off x="6394675" y="0"/>
              <a:ext cx="284119" cy="24604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25"/>
            <p:cNvSpPr/>
            <p:nvPr/>
          </p:nvSpPr>
          <p:spPr>
            <a:xfrm>
              <a:off x="6627600" y="-49075"/>
              <a:ext cx="570546" cy="494095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7" name="Google Shape;597;p25"/>
          <p:cNvGrpSpPr/>
          <p:nvPr/>
        </p:nvGrpSpPr>
        <p:grpSpPr>
          <a:xfrm>
            <a:off x="-113888" y="229201"/>
            <a:ext cx="1891393" cy="134100"/>
            <a:chOff x="-113888" y="229201"/>
            <a:chExt cx="1891393" cy="134100"/>
          </a:xfrm>
        </p:grpSpPr>
        <p:sp>
          <p:nvSpPr>
            <p:cNvPr id="598" name="Google Shape;598;p25"/>
            <p:cNvSpPr/>
            <p:nvPr/>
          </p:nvSpPr>
          <p:spPr>
            <a:xfrm>
              <a:off x="1643404" y="2292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99" name="Google Shape;599;p25"/>
            <p:cNvCxnSpPr/>
            <p:nvPr/>
          </p:nvCxnSpPr>
          <p:spPr>
            <a:xfrm rot="10800000">
              <a:off x="783712" y="-601348"/>
              <a:ext cx="0" cy="179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00" name="Google Shape;600;p25"/>
            <p:cNvSpPr/>
            <p:nvPr/>
          </p:nvSpPr>
          <p:spPr>
            <a:xfrm>
              <a:off x="1673517" y="2593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1" name="Google Shape;601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6"/>
          <p:cNvSpPr txBox="1"/>
          <p:nvPr>
            <p:ph type="title"/>
          </p:nvPr>
        </p:nvSpPr>
        <p:spPr>
          <a:xfrm>
            <a:off x="713225" y="3349250"/>
            <a:ext cx="6691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04" name="Google Shape;604;p26"/>
          <p:cNvSpPr txBox="1"/>
          <p:nvPr>
            <p:ph idx="1" type="subTitle"/>
          </p:nvPr>
        </p:nvSpPr>
        <p:spPr>
          <a:xfrm>
            <a:off x="713225" y="1511313"/>
            <a:ext cx="6691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05" name="Google Shape;605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08" name="Google Shape;608;p27"/>
          <p:cNvGrpSpPr/>
          <p:nvPr/>
        </p:nvGrpSpPr>
        <p:grpSpPr>
          <a:xfrm>
            <a:off x="4967675" y="4931713"/>
            <a:ext cx="439200" cy="439100"/>
            <a:chOff x="1101075" y="2142375"/>
            <a:chExt cx="439200" cy="439100"/>
          </a:xfrm>
        </p:grpSpPr>
        <p:sp>
          <p:nvSpPr>
            <p:cNvPr id="609" name="Google Shape;609;p27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27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1" name="Google Shape;611;p27"/>
          <p:cNvGrpSpPr/>
          <p:nvPr/>
        </p:nvGrpSpPr>
        <p:grpSpPr>
          <a:xfrm>
            <a:off x="2176605" y="-3695660"/>
            <a:ext cx="7317722" cy="6983297"/>
            <a:chOff x="2100405" y="-3619460"/>
            <a:chExt cx="7317722" cy="6983297"/>
          </a:xfrm>
        </p:grpSpPr>
        <p:sp>
          <p:nvSpPr>
            <p:cNvPr id="612" name="Google Shape;612;p27"/>
            <p:cNvSpPr/>
            <p:nvPr/>
          </p:nvSpPr>
          <p:spPr>
            <a:xfrm flipH="1" rot="8100000">
              <a:off x="3778999" y="-2106462"/>
              <a:ext cx="4006334" cy="4749375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13" name="Google Shape;613;p27"/>
            <p:cNvGrpSpPr/>
            <p:nvPr/>
          </p:nvGrpSpPr>
          <p:grpSpPr>
            <a:xfrm rot="2700000">
              <a:off x="7787417" y="120497"/>
              <a:ext cx="582044" cy="582419"/>
              <a:chOff x="959750" y="3039275"/>
              <a:chExt cx="582050" cy="582425"/>
            </a:xfrm>
          </p:grpSpPr>
          <p:sp>
            <p:nvSpPr>
              <p:cNvPr id="614" name="Google Shape;614;p2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" name="Google Shape;615;p2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2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" name="Google Shape;617;p2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2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" name="Google Shape;619;p2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2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21" name="Google Shape;621;p27"/>
            <p:cNvGrpSpPr/>
            <p:nvPr/>
          </p:nvGrpSpPr>
          <p:grpSpPr>
            <a:xfrm rot="2700000">
              <a:off x="8310742" y="-75303"/>
              <a:ext cx="582044" cy="582419"/>
              <a:chOff x="959750" y="3039275"/>
              <a:chExt cx="582050" cy="582425"/>
            </a:xfrm>
          </p:grpSpPr>
          <p:sp>
            <p:nvSpPr>
              <p:cNvPr id="622" name="Google Shape;622;p2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" name="Google Shape;623;p2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" name="Google Shape;624;p2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" name="Google Shape;625;p2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" name="Google Shape;626;p2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" name="Google Shape;627;p2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2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29" name="Google Shape;629;p27"/>
            <p:cNvSpPr/>
            <p:nvPr/>
          </p:nvSpPr>
          <p:spPr>
            <a:xfrm rot="5400000">
              <a:off x="8142048" y="-57566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27"/>
            <p:cNvSpPr/>
            <p:nvPr/>
          </p:nvSpPr>
          <p:spPr>
            <a:xfrm rot="10800000">
              <a:off x="8365398" y="-290023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27"/>
            <p:cNvSpPr/>
            <p:nvPr/>
          </p:nvSpPr>
          <p:spPr>
            <a:xfrm rot="10800000">
              <a:off x="8490148" y="2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27"/>
            <p:cNvSpPr/>
            <p:nvPr/>
          </p:nvSpPr>
          <p:spPr>
            <a:xfrm flipH="1" rot="-2700000">
              <a:off x="3192849" y="-2898537"/>
              <a:ext cx="4006334" cy="4749375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3" name="Google Shape;633;p27"/>
          <p:cNvGrpSpPr/>
          <p:nvPr/>
        </p:nvGrpSpPr>
        <p:grpSpPr>
          <a:xfrm>
            <a:off x="-2424242" y="2074146"/>
            <a:ext cx="6274943" cy="6257753"/>
            <a:chOff x="-2447692" y="2022396"/>
            <a:chExt cx="6274943" cy="6257753"/>
          </a:xfrm>
        </p:grpSpPr>
        <p:grpSp>
          <p:nvGrpSpPr>
            <p:cNvPr id="634" name="Google Shape;634;p27"/>
            <p:cNvGrpSpPr/>
            <p:nvPr/>
          </p:nvGrpSpPr>
          <p:grpSpPr>
            <a:xfrm flipH="1" rot="10800000">
              <a:off x="-25334" y="4406387"/>
              <a:ext cx="1538562" cy="971589"/>
              <a:chOff x="-191059" y="95963"/>
              <a:chExt cx="1538562" cy="971589"/>
            </a:xfrm>
          </p:grpSpPr>
          <p:grpSp>
            <p:nvGrpSpPr>
              <p:cNvPr id="635" name="Google Shape;635;p27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636" name="Google Shape;636;p27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37" name="Google Shape;637;p2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38" name="Google Shape;638;p2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39" name="Google Shape;639;p2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0" name="Google Shape;640;p2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1" name="Google Shape;641;p2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642" name="Google Shape;642;p27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43" name="Google Shape;643;p27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44" name="Google Shape;644;p27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5" name="Google Shape;645;p2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6" name="Google Shape;646;p2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7" name="Google Shape;647;p2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8" name="Google Shape;648;p2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9" name="Google Shape;649;p2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650" name="Google Shape;650;p27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51" name="Google Shape;651;p27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52" name="Google Shape;652;p27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53" name="Google Shape;653;p2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57" name="Google Shape;657;p2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658" name="Google Shape;658;p27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59" name="Google Shape;659;p27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60" name="Google Shape;660;p27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61" name="Google Shape;661;p2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62" name="Google Shape;662;p2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63" name="Google Shape;663;p2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64" name="Google Shape;664;p2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65" name="Google Shape;665;p2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666" name="Google Shape;666;p27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67" name="Google Shape;667;p27"/>
            <p:cNvGrpSpPr/>
            <p:nvPr/>
          </p:nvGrpSpPr>
          <p:grpSpPr>
            <a:xfrm flipH="1" rot="-3320950">
              <a:off x="-1885521" y="3185658"/>
              <a:ext cx="4889863" cy="3931229"/>
              <a:chOff x="7103825" y="-713112"/>
              <a:chExt cx="3785226" cy="3043150"/>
            </a:xfrm>
          </p:grpSpPr>
          <p:sp>
            <p:nvSpPr>
              <p:cNvPr id="668" name="Google Shape;668;p27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669" name="Google Shape;669;p27"/>
              <p:cNvPicPr preferRelativeResize="0"/>
              <p:nvPr/>
            </p:nvPicPr>
            <p:blipFill rotWithShape="1">
              <a:blip r:embed="rId2">
                <a:alphaModFix/>
              </a:blip>
              <a:srcRect b="17663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70" name="Google Shape;670;p27"/>
            <p:cNvSpPr/>
            <p:nvPr/>
          </p:nvSpPr>
          <p:spPr>
            <a:xfrm flipH="1" rot="-2700000">
              <a:off x="249333" y="3270782"/>
              <a:ext cx="2925242" cy="3057723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71" name="Google Shape;671;p27"/>
            <p:cNvGrpSpPr/>
            <p:nvPr/>
          </p:nvGrpSpPr>
          <p:grpSpPr>
            <a:xfrm rot="5400000">
              <a:off x="1987130" y="4230949"/>
              <a:ext cx="88142" cy="1137387"/>
              <a:chOff x="3054755" y="4367024"/>
              <a:chExt cx="88142" cy="1137387"/>
            </a:xfrm>
          </p:grpSpPr>
          <p:sp>
            <p:nvSpPr>
              <p:cNvPr id="672" name="Google Shape;672;p27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3" name="Google Shape;673;p27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74" name="Google Shape;674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77" name="Google Shape;677;p28"/>
          <p:cNvGrpSpPr/>
          <p:nvPr/>
        </p:nvGrpSpPr>
        <p:grpSpPr>
          <a:xfrm>
            <a:off x="7810267" y="-622132"/>
            <a:ext cx="2587792" cy="2725916"/>
            <a:chOff x="7810267" y="-622132"/>
            <a:chExt cx="2587792" cy="2725916"/>
          </a:xfrm>
        </p:grpSpPr>
        <p:grpSp>
          <p:nvGrpSpPr>
            <p:cNvPr id="678" name="Google Shape;678;p28"/>
            <p:cNvGrpSpPr/>
            <p:nvPr/>
          </p:nvGrpSpPr>
          <p:grpSpPr>
            <a:xfrm>
              <a:off x="8520988" y="-90875"/>
              <a:ext cx="904666" cy="726121"/>
              <a:chOff x="7945225" y="4302000"/>
              <a:chExt cx="904666" cy="726121"/>
            </a:xfrm>
          </p:grpSpPr>
          <p:sp>
            <p:nvSpPr>
              <p:cNvPr id="679" name="Google Shape;679;p2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2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>
              <a:off x="8869019" y="-622132"/>
              <a:ext cx="325154" cy="1788670"/>
              <a:chOff x="8869019" y="-622132"/>
              <a:chExt cx="325154" cy="1788670"/>
            </a:xfrm>
          </p:grpSpPr>
          <p:sp>
            <p:nvSpPr>
              <p:cNvPr id="683" name="Google Shape;683;p28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>
                      <a:alpha val="31360"/>
                    </a:scheme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84" name="Google Shape;684;p28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85" name="Google Shape;685;p2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6" name="Google Shape;686;p2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687" name="Google Shape;687;p28"/>
            <p:cNvSpPr/>
            <p:nvPr/>
          </p:nvSpPr>
          <p:spPr>
            <a:xfrm rot="2700000">
              <a:off x="8482428" y="-422541"/>
              <a:ext cx="981794" cy="2307832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28"/>
            <p:cNvSpPr/>
            <p:nvPr/>
          </p:nvSpPr>
          <p:spPr>
            <a:xfrm rot="2700000">
              <a:off x="8744103" y="-213191"/>
              <a:ext cx="981794" cy="2307832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9" name="Google Shape;689;p28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690" name="Google Shape;690;p2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91" name="Google Shape;691;p28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692" name="Google Shape;692;p28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31360"/>
                    </a:schemeClr>
                  </a:gs>
                  <a:gs pos="40000">
                    <a:srgbClr val="FF9900">
                      <a:alpha val="40784"/>
                      <a:alpha val="31360"/>
                    </a:srgb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93" name="Google Shape;693;p28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94" name="Google Shape;694;p2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5" name="Google Shape;695;p2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696" name="Google Shape;696;p28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697" name="Google Shape;697;p28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8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9" name="Google Shape;699;p28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700" name="Google Shape;700;p2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1" name="Google Shape;701;p28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02" name="Google Shape;702;p28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703" name="Google Shape;703;p28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704" name="Google Shape;704;p28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5" name="Google Shape;705;p28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6" name="Google Shape;706;p28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7" name="Google Shape;707;p28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8" name="Google Shape;708;p28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9" name="Google Shape;709;p28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0" name="Google Shape;710;p28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11" name="Google Shape;711;p28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712" name="Google Shape;712;p28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3" name="Google Shape;713;p28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4" name="Google Shape;714;p28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5" name="Google Shape;715;p28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6" name="Google Shape;716;p28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7" name="Google Shape;717;p28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8" name="Google Shape;718;p28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19" name="Google Shape;719;p28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720" name="Google Shape;720;p28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1" name="Google Shape;721;p28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2" name="Google Shape;722;p28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3" name="Google Shape;723;p28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4" name="Google Shape;724;p28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5" name="Google Shape;725;p28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6" name="Google Shape;726;p28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727" name="Google Shape;727;p28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728" name="Google Shape;728;p28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29" name="Google Shape;729;p28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30" name="Google Shape;730;p28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31" name="Google Shape;731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34" name="Google Shape;734;p29"/>
          <p:cNvGrpSpPr/>
          <p:nvPr/>
        </p:nvGrpSpPr>
        <p:grpSpPr>
          <a:xfrm>
            <a:off x="-2176650" y="-112745"/>
            <a:ext cx="4680670" cy="5935195"/>
            <a:chOff x="-2176650" y="-112745"/>
            <a:chExt cx="4680670" cy="5935195"/>
          </a:xfrm>
        </p:grpSpPr>
        <p:grpSp>
          <p:nvGrpSpPr>
            <p:cNvPr id="735" name="Google Shape;735;p29"/>
            <p:cNvGrpSpPr/>
            <p:nvPr/>
          </p:nvGrpSpPr>
          <p:grpSpPr>
            <a:xfrm>
              <a:off x="-2176650" y="-112745"/>
              <a:ext cx="4680670" cy="5935195"/>
              <a:chOff x="-2176650" y="-112745"/>
              <a:chExt cx="4680670" cy="5935195"/>
            </a:xfrm>
          </p:grpSpPr>
          <p:sp>
            <p:nvSpPr>
              <p:cNvPr id="736" name="Google Shape;736;p29"/>
              <p:cNvSpPr/>
              <p:nvPr/>
            </p:nvSpPr>
            <p:spPr>
              <a:xfrm rot="-2700000">
                <a:off x="-1523974" y="2178291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37" name="Google Shape;737;p29"/>
              <p:cNvGrpSpPr/>
              <p:nvPr/>
            </p:nvGrpSpPr>
            <p:grpSpPr>
              <a:xfrm rot="-2700000">
                <a:off x="10491" y="4440580"/>
                <a:ext cx="582044" cy="582419"/>
                <a:chOff x="959750" y="3039275"/>
                <a:chExt cx="582050" cy="582425"/>
              </a:xfrm>
            </p:grpSpPr>
            <p:sp>
              <p:nvSpPr>
                <p:cNvPr id="738" name="Google Shape;738;p29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rect b="b" l="l" r="r" t="t"/>
                  <a:pathLst>
                    <a:path extrusionOk="0" h="4937" w="4938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9" name="Google Shape;739;p29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0" name="Google Shape;740;p29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rect b="b" l="l" r="r" t="t"/>
                  <a:pathLst>
                    <a:path extrusionOk="0" h="4938" w="4953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1" name="Google Shape;741;p29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rect b="b" l="l" r="r" t="t"/>
                  <a:pathLst>
                    <a:path extrusionOk="0" h="4937" w="4953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2" name="Google Shape;742;p29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rect b="b" l="l" r="r" t="t"/>
                  <a:pathLst>
                    <a:path extrusionOk="0" h="4937" w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3" name="Google Shape;743;p29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rect b="b" l="l" r="r" t="t"/>
                  <a:pathLst>
                    <a:path extrusionOk="0" h="4938" w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4" name="Google Shape;744;p29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45" name="Google Shape;745;p29"/>
              <p:cNvGrpSpPr/>
              <p:nvPr/>
            </p:nvGrpSpPr>
            <p:grpSpPr>
              <a:xfrm rot="-2700000">
                <a:off x="-183259" y="2704590"/>
                <a:ext cx="582044" cy="582419"/>
                <a:chOff x="959750" y="3039275"/>
                <a:chExt cx="582050" cy="582425"/>
              </a:xfrm>
            </p:grpSpPr>
            <p:sp>
              <p:nvSpPr>
                <p:cNvPr id="746" name="Google Shape;746;p29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rect b="b" l="l" r="r" t="t"/>
                  <a:pathLst>
                    <a:path extrusionOk="0" h="4937" w="4938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7" name="Google Shape;747;p29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8" name="Google Shape;748;p29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rect b="b" l="l" r="r" t="t"/>
                  <a:pathLst>
                    <a:path extrusionOk="0" h="4938" w="4953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9" name="Google Shape;749;p29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rect b="b" l="l" r="r" t="t"/>
                  <a:pathLst>
                    <a:path extrusionOk="0" h="4937" w="4953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0" name="Google Shape;750;p29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rect b="b" l="l" r="r" t="t"/>
                  <a:pathLst>
                    <a:path extrusionOk="0" h="4937" w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1" name="Google Shape;751;p29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rect b="b" l="l" r="r" t="t"/>
                  <a:pathLst>
                    <a:path extrusionOk="0" h="4938" w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2" name="Google Shape;752;p29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53" name="Google Shape;753;p29"/>
              <p:cNvSpPr/>
              <p:nvPr/>
            </p:nvSpPr>
            <p:spPr>
              <a:xfrm flipH="1" rot="2700000">
                <a:off x="-1073899" y="473691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4" name="Google Shape;754;p29"/>
            <p:cNvGrpSpPr/>
            <p:nvPr/>
          </p:nvGrpSpPr>
          <p:grpSpPr>
            <a:xfrm>
              <a:off x="-234425" y="3727550"/>
              <a:ext cx="439200" cy="439100"/>
              <a:chOff x="1101075" y="2142375"/>
              <a:chExt cx="439200" cy="439100"/>
            </a:xfrm>
          </p:grpSpPr>
          <p:sp>
            <p:nvSpPr>
              <p:cNvPr id="755" name="Google Shape;755;p2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2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7" name="Google Shape;757;p29"/>
            <p:cNvGrpSpPr/>
            <p:nvPr/>
          </p:nvGrpSpPr>
          <p:grpSpPr>
            <a:xfrm rot="10800000">
              <a:off x="713225" y="4931225"/>
              <a:ext cx="439200" cy="439100"/>
              <a:chOff x="1101075" y="2142375"/>
              <a:chExt cx="439200" cy="439100"/>
            </a:xfrm>
          </p:grpSpPr>
          <p:sp>
            <p:nvSpPr>
              <p:cNvPr id="758" name="Google Shape;758;p2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2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60" name="Google Shape;760;p29"/>
          <p:cNvGrpSpPr/>
          <p:nvPr/>
        </p:nvGrpSpPr>
        <p:grpSpPr>
          <a:xfrm>
            <a:off x="6642300" y="-415701"/>
            <a:ext cx="4558967" cy="1887075"/>
            <a:chOff x="6566100" y="-415701"/>
            <a:chExt cx="4558967" cy="1887075"/>
          </a:xfrm>
        </p:grpSpPr>
        <p:pic>
          <p:nvPicPr>
            <p:cNvPr id="761" name="Google Shape;761;p2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8278550" y="-3923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62" name="Google Shape;762;p29"/>
            <p:cNvGrpSpPr/>
            <p:nvPr/>
          </p:nvGrpSpPr>
          <p:grpSpPr>
            <a:xfrm rot="5400000">
              <a:off x="7714062" y="-991384"/>
              <a:ext cx="1433417" cy="2584783"/>
              <a:chOff x="-363163" y="-645596"/>
              <a:chExt cx="1433417" cy="2584783"/>
            </a:xfrm>
          </p:grpSpPr>
          <p:grpSp>
            <p:nvGrpSpPr>
              <p:cNvPr id="763" name="Google Shape;763;p29"/>
              <p:cNvGrpSpPr/>
              <p:nvPr/>
            </p:nvGrpSpPr>
            <p:grpSpPr>
              <a:xfrm rot="10800000">
                <a:off x="-64595" y="-645596"/>
                <a:ext cx="1134849" cy="2370191"/>
                <a:chOff x="-575575" y="3685599"/>
                <a:chExt cx="1421048" cy="2967932"/>
              </a:xfrm>
            </p:grpSpPr>
            <p:sp>
              <p:nvSpPr>
                <p:cNvPr id="764" name="Google Shape;764;p29"/>
                <p:cNvSpPr/>
                <p:nvPr/>
              </p:nvSpPr>
              <p:spPr>
                <a:xfrm>
                  <a:off x="-575575" y="3685599"/>
                  <a:ext cx="1421047" cy="2833357"/>
                </a:xfrm>
                <a:custGeom>
                  <a:rect b="b" l="l" r="r" t="t"/>
                  <a:pathLst>
                    <a:path extrusionOk="0" h="69081" w="34647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5" name="Google Shape;765;p29"/>
                <p:cNvSpPr/>
                <p:nvPr/>
              </p:nvSpPr>
              <p:spPr>
                <a:xfrm rot="10800000">
                  <a:off x="-575573" y="3820175"/>
                  <a:ext cx="1421047" cy="2833357"/>
                </a:xfrm>
                <a:custGeom>
                  <a:rect b="b" l="l" r="r" t="t"/>
                  <a:pathLst>
                    <a:path extrusionOk="0" h="69081" w="34647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66" name="Google Shape;766;p29"/>
              <p:cNvSpPr/>
              <p:nvPr/>
            </p:nvSpPr>
            <p:spPr>
              <a:xfrm>
                <a:off x="0" y="361650"/>
                <a:ext cx="581991" cy="575861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29"/>
              <p:cNvSpPr/>
              <p:nvPr/>
            </p:nvSpPr>
            <p:spPr>
              <a:xfrm>
                <a:off x="131225" y="0"/>
                <a:ext cx="581991" cy="575861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68" name="Google Shape;768;p29"/>
              <p:cNvGrpSpPr/>
              <p:nvPr/>
            </p:nvGrpSpPr>
            <p:grpSpPr>
              <a:xfrm flipH="1" rot="-2700000">
                <a:off x="-216370" y="1084101"/>
                <a:ext cx="708093" cy="708493"/>
                <a:chOff x="3678700" y="407275"/>
                <a:chExt cx="708100" cy="708500"/>
              </a:xfrm>
            </p:grpSpPr>
            <p:sp>
              <p:nvSpPr>
                <p:cNvPr id="769" name="Google Shape;769;p29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0" name="Google Shape;770;p29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1" name="Google Shape;771;p29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2" name="Google Shape;772;p29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3" name="Google Shape;773;p29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4" name="Google Shape;774;p29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5" name="Google Shape;775;p29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776" name="Google Shape;776;p29"/>
            <p:cNvGrpSpPr/>
            <p:nvPr/>
          </p:nvGrpSpPr>
          <p:grpSpPr>
            <a:xfrm rot="10800000">
              <a:off x="6566100" y="233963"/>
              <a:ext cx="4558967" cy="134100"/>
              <a:chOff x="796100" y="3019701"/>
              <a:chExt cx="4558967" cy="134100"/>
            </a:xfrm>
          </p:grpSpPr>
          <p:sp>
            <p:nvSpPr>
              <p:cNvPr id="777" name="Google Shape;777;p2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78" name="Google Shape;778;p2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79" name="Google Shape;779;p2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80" name="Google Shape;780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0_1_1_1"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2" name="Google Shape;782;p30"/>
          <p:cNvGrpSpPr/>
          <p:nvPr/>
        </p:nvGrpSpPr>
        <p:grpSpPr>
          <a:xfrm>
            <a:off x="5404975" y="2221118"/>
            <a:ext cx="4263000" cy="3617400"/>
            <a:chOff x="5328775" y="2221118"/>
            <a:chExt cx="4263000" cy="3617400"/>
          </a:xfrm>
        </p:grpSpPr>
        <p:sp>
          <p:nvSpPr>
            <p:cNvPr id="783" name="Google Shape;783;p30"/>
            <p:cNvSpPr/>
            <p:nvPr/>
          </p:nvSpPr>
          <p:spPr>
            <a:xfrm>
              <a:off x="5328775" y="2221118"/>
              <a:ext cx="4263000" cy="36174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84" name="Google Shape;784;p30"/>
            <p:cNvGrpSpPr/>
            <p:nvPr/>
          </p:nvGrpSpPr>
          <p:grpSpPr>
            <a:xfrm>
              <a:off x="7218100" y="4855088"/>
              <a:ext cx="931125" cy="525763"/>
              <a:chOff x="7218100" y="4855088"/>
              <a:chExt cx="931125" cy="525763"/>
            </a:xfrm>
          </p:grpSpPr>
          <p:grpSp>
            <p:nvGrpSpPr>
              <p:cNvPr id="785" name="Google Shape;785;p30"/>
              <p:cNvGrpSpPr/>
              <p:nvPr/>
            </p:nvGrpSpPr>
            <p:grpSpPr>
              <a:xfrm>
                <a:off x="7710025" y="4941750"/>
                <a:ext cx="439200" cy="439100"/>
                <a:chOff x="1101075" y="2142375"/>
                <a:chExt cx="439200" cy="439100"/>
              </a:xfrm>
            </p:grpSpPr>
            <p:sp>
              <p:nvSpPr>
                <p:cNvPr id="786" name="Google Shape;786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7" name="Google Shape;787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88" name="Google Shape;788;p30"/>
              <p:cNvGrpSpPr/>
              <p:nvPr/>
            </p:nvGrpSpPr>
            <p:grpSpPr>
              <a:xfrm>
                <a:off x="7218100" y="4855088"/>
                <a:ext cx="439200" cy="439100"/>
                <a:chOff x="1101075" y="2142375"/>
                <a:chExt cx="439200" cy="439100"/>
              </a:xfrm>
            </p:grpSpPr>
            <p:sp>
              <p:nvSpPr>
                <p:cNvPr id="789" name="Google Shape;789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0" name="Google Shape;790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791" name="Google Shape;791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92" name="Google Shape;792;p30"/>
          <p:cNvGrpSpPr/>
          <p:nvPr/>
        </p:nvGrpSpPr>
        <p:grpSpPr>
          <a:xfrm>
            <a:off x="-2175000" y="3012192"/>
            <a:ext cx="3701086" cy="3345172"/>
            <a:chOff x="-1886500" y="2599117"/>
            <a:chExt cx="3701086" cy="3345172"/>
          </a:xfrm>
        </p:grpSpPr>
        <p:pic>
          <p:nvPicPr>
            <p:cNvPr id="793" name="Google Shape;793;p3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10800000">
              <a:off x="-1886500" y="3119537"/>
              <a:ext cx="3701086" cy="28247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4" name="Google Shape;794;p30"/>
            <p:cNvSpPr/>
            <p:nvPr/>
          </p:nvSpPr>
          <p:spPr>
            <a:xfrm rot="10800000">
              <a:off x="-402274" y="2599117"/>
              <a:ext cx="1201697" cy="2824744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30"/>
            <p:cNvSpPr/>
            <p:nvPr/>
          </p:nvSpPr>
          <p:spPr>
            <a:xfrm rot="10800000">
              <a:off x="-207237" y="2599870"/>
              <a:ext cx="1201697" cy="2824744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96" name="Google Shape;796;p30"/>
            <p:cNvGrpSpPr/>
            <p:nvPr/>
          </p:nvGrpSpPr>
          <p:grpSpPr>
            <a:xfrm rot="10800000">
              <a:off x="-37979" y="5013439"/>
              <a:ext cx="134004" cy="134004"/>
              <a:chOff x="8356813" y="1074288"/>
              <a:chExt cx="351900" cy="351900"/>
            </a:xfrm>
          </p:grpSpPr>
          <p:sp>
            <p:nvSpPr>
              <p:cNvPr id="797" name="Google Shape;797;p3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3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9" name="Google Shape;799;p30"/>
            <p:cNvGrpSpPr/>
            <p:nvPr/>
          </p:nvGrpSpPr>
          <p:grpSpPr>
            <a:xfrm rot="10800000">
              <a:off x="447446" y="4173589"/>
              <a:ext cx="134004" cy="134004"/>
              <a:chOff x="8356813" y="1074288"/>
              <a:chExt cx="351900" cy="351900"/>
            </a:xfrm>
          </p:grpSpPr>
          <p:sp>
            <p:nvSpPr>
              <p:cNvPr id="800" name="Google Shape;800;p3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3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02" name="Google Shape;802;p30"/>
            <p:cNvGrpSpPr/>
            <p:nvPr/>
          </p:nvGrpSpPr>
          <p:grpSpPr>
            <a:xfrm rot="10800000">
              <a:off x="539621" y="2985514"/>
              <a:ext cx="134004" cy="134004"/>
              <a:chOff x="8356813" y="1074288"/>
              <a:chExt cx="351900" cy="351900"/>
            </a:xfrm>
          </p:grpSpPr>
          <p:sp>
            <p:nvSpPr>
              <p:cNvPr id="803" name="Google Shape;803;p3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3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05" name="Google Shape;805;p30"/>
          <p:cNvGrpSpPr/>
          <p:nvPr/>
        </p:nvGrpSpPr>
        <p:grpSpPr>
          <a:xfrm>
            <a:off x="5928900" y="-249669"/>
            <a:ext cx="5688165" cy="3493826"/>
            <a:chOff x="5852700" y="-249669"/>
            <a:chExt cx="5688165" cy="3493826"/>
          </a:xfrm>
        </p:grpSpPr>
        <p:grpSp>
          <p:nvGrpSpPr>
            <p:cNvPr id="806" name="Google Shape;806;p30"/>
            <p:cNvGrpSpPr/>
            <p:nvPr/>
          </p:nvGrpSpPr>
          <p:grpSpPr>
            <a:xfrm>
              <a:off x="8783705" y="1899359"/>
              <a:ext cx="402160" cy="1344798"/>
              <a:chOff x="8668555" y="1976884"/>
              <a:chExt cx="402160" cy="1344798"/>
            </a:xfrm>
          </p:grpSpPr>
          <p:sp>
            <p:nvSpPr>
              <p:cNvPr id="807" name="Google Shape;807;p30"/>
              <p:cNvSpPr/>
              <p:nvPr/>
            </p:nvSpPr>
            <p:spPr>
              <a:xfrm flipH="1">
                <a:off x="8823846" y="209496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30"/>
              <p:cNvSpPr/>
              <p:nvPr/>
            </p:nvSpPr>
            <p:spPr>
              <a:xfrm flipH="1">
                <a:off x="8668555" y="19768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09" name="Google Shape;809;p30"/>
            <p:cNvGrpSpPr/>
            <p:nvPr/>
          </p:nvGrpSpPr>
          <p:grpSpPr>
            <a:xfrm>
              <a:off x="8598675" y="1421188"/>
              <a:ext cx="904666" cy="726121"/>
              <a:chOff x="7945225" y="4302000"/>
              <a:chExt cx="904666" cy="726121"/>
            </a:xfrm>
          </p:grpSpPr>
          <p:sp>
            <p:nvSpPr>
              <p:cNvPr id="810" name="Google Shape;810;p3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3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3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13" name="Google Shape;813;p30"/>
            <p:cNvGrpSpPr/>
            <p:nvPr/>
          </p:nvGrpSpPr>
          <p:grpSpPr>
            <a:xfrm flipH="1" rot="10800000">
              <a:off x="7579756" y="-249669"/>
              <a:ext cx="2601921" cy="2438355"/>
              <a:chOff x="7340128" y="2866613"/>
              <a:chExt cx="2439225" cy="2438355"/>
            </a:xfrm>
          </p:grpSpPr>
          <p:sp>
            <p:nvSpPr>
              <p:cNvPr id="814" name="Google Shape;814;p30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30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16" name="Google Shape;816;p30"/>
            <p:cNvSpPr/>
            <p:nvPr/>
          </p:nvSpPr>
          <p:spPr>
            <a:xfrm flipH="1" rot="5400000">
              <a:off x="6551329" y="-89601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17" name="Google Shape;817;p30"/>
            <p:cNvGrpSpPr/>
            <p:nvPr/>
          </p:nvGrpSpPr>
          <p:grpSpPr>
            <a:xfrm>
              <a:off x="6917701" y="246011"/>
              <a:ext cx="4623164" cy="134100"/>
              <a:chOff x="6917701" y="246011"/>
              <a:chExt cx="4623164" cy="134100"/>
            </a:xfrm>
          </p:grpSpPr>
          <p:sp>
            <p:nvSpPr>
              <p:cNvPr id="818" name="Google Shape;818;p30"/>
              <p:cNvSpPr/>
              <p:nvPr/>
            </p:nvSpPr>
            <p:spPr>
              <a:xfrm flipH="1">
                <a:off x="6917701" y="24601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30"/>
              <p:cNvSpPr/>
              <p:nvPr/>
            </p:nvSpPr>
            <p:spPr>
              <a:xfrm flipH="1">
                <a:off x="6947889" y="27615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820" name="Google Shape;820;p30"/>
              <p:cNvCxnSpPr/>
              <p:nvPr/>
            </p:nvCxnSpPr>
            <p:spPr>
              <a:xfrm rot="10800000">
                <a:off x="7013865" y="313050"/>
                <a:ext cx="4527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821" name="Google Shape;821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4" name="Google Shape;824;p31"/>
          <p:cNvSpPr txBox="1"/>
          <p:nvPr>
            <p:ph idx="1" type="subTitle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5" name="Google Shape;825;p31"/>
          <p:cNvSpPr txBox="1"/>
          <p:nvPr>
            <p:ph idx="2" type="subTitle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26" name="Google Shape;826;p31"/>
          <p:cNvGrpSpPr/>
          <p:nvPr/>
        </p:nvGrpSpPr>
        <p:grpSpPr>
          <a:xfrm>
            <a:off x="-96329" y="4888563"/>
            <a:ext cx="1590408" cy="88125"/>
            <a:chOff x="124624" y="4953514"/>
            <a:chExt cx="1137387" cy="88142"/>
          </a:xfrm>
        </p:grpSpPr>
        <p:sp>
          <p:nvSpPr>
            <p:cNvPr id="827" name="Google Shape;827;p31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rect b="b" l="l" r="r" t="t"/>
              <a:pathLst>
                <a:path extrusionOk="0" h="27731" w="306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31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rect b="b" l="l" r="r" t="t"/>
              <a:pathLst>
                <a:path extrusionOk="0" h="27731" w="305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9" name="Google Shape;829;p31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830" name="Google Shape;830;p31"/>
            <p:cNvSpPr/>
            <p:nvPr/>
          </p:nvSpPr>
          <p:spPr>
            <a:xfrm>
              <a:off x="6883700" y="14075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31"/>
            <p:cNvSpPr/>
            <p:nvPr/>
          </p:nvSpPr>
          <p:spPr>
            <a:xfrm>
              <a:off x="7842318" y="13857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31"/>
            <p:cNvSpPr/>
            <p:nvPr/>
          </p:nvSpPr>
          <p:spPr>
            <a:xfrm>
              <a:off x="7734200" y="2571774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31"/>
            <p:cNvSpPr/>
            <p:nvPr/>
          </p:nvSpPr>
          <p:spPr>
            <a:xfrm>
              <a:off x="7758564" y="1550075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4" name="Google Shape;834;p31"/>
          <p:cNvGrpSpPr/>
          <p:nvPr/>
        </p:nvGrpSpPr>
        <p:grpSpPr>
          <a:xfrm>
            <a:off x="4598006" y="-1699037"/>
            <a:ext cx="5579794" cy="3203424"/>
            <a:chOff x="4521806" y="-1546637"/>
            <a:chExt cx="5579794" cy="3203424"/>
          </a:xfrm>
        </p:grpSpPr>
        <p:grpSp>
          <p:nvGrpSpPr>
            <p:cNvPr id="835" name="Google Shape;835;p31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836" name="Google Shape;836;p31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31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31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839" name="Google Shape;839;p3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0" name="Google Shape;840;p31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31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42" name="Google Shape;842;p31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843" name="Google Shape;843;p31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31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45" name="Google Shape;845;p31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846" name="Google Shape;846;p31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31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31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9" name="Google Shape;849;p31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0" name="Google Shape;850;p31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31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31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3" name="Google Shape;853;p31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854" name="Google Shape;854;p31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5" name="Google Shape;855;p31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6" name="Google Shape;856;p31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31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8" name="Google Shape;858;p31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9" name="Google Shape;859;p31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0" name="Google Shape;860;p31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61" name="Google Shape;861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32"/>
          <p:cNvSpPr txBox="1"/>
          <p:nvPr>
            <p:ph type="title"/>
          </p:nvPr>
        </p:nvSpPr>
        <p:spPr>
          <a:xfrm>
            <a:off x="720000" y="1565925"/>
            <a:ext cx="2799000" cy="7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4" name="Google Shape;864;p32"/>
          <p:cNvSpPr txBox="1"/>
          <p:nvPr>
            <p:ph idx="1" type="subTitle"/>
          </p:nvPr>
        </p:nvSpPr>
        <p:spPr>
          <a:xfrm>
            <a:off x="720000" y="2326750"/>
            <a:ext cx="2799000" cy="1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65" name="Google Shape;865;p32"/>
          <p:cNvGrpSpPr/>
          <p:nvPr/>
        </p:nvGrpSpPr>
        <p:grpSpPr>
          <a:xfrm>
            <a:off x="-1623735" y="2499757"/>
            <a:ext cx="5119205" cy="4373890"/>
            <a:chOff x="-1547535" y="2499757"/>
            <a:chExt cx="5119205" cy="4373890"/>
          </a:xfrm>
        </p:grpSpPr>
        <p:pic>
          <p:nvPicPr>
            <p:cNvPr id="866" name="Google Shape;866;p3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-5400000">
              <a:off x="-1751185" y="3417285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67" name="Google Shape;867;p32"/>
            <p:cNvGrpSpPr/>
            <p:nvPr/>
          </p:nvGrpSpPr>
          <p:grpSpPr>
            <a:xfrm rot="-5400000">
              <a:off x="123777" y="4587830"/>
              <a:ext cx="480890" cy="481200"/>
              <a:chOff x="959750" y="3039275"/>
              <a:chExt cx="582050" cy="582425"/>
            </a:xfrm>
          </p:grpSpPr>
          <p:sp>
            <p:nvSpPr>
              <p:cNvPr id="868" name="Google Shape;868;p3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3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3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3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3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3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3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5" name="Google Shape;875;p32"/>
            <p:cNvGrpSpPr/>
            <p:nvPr/>
          </p:nvGrpSpPr>
          <p:grpSpPr>
            <a:xfrm rot="-5400000">
              <a:off x="-564590" y="2079321"/>
              <a:ext cx="3153315" cy="5119205"/>
              <a:chOff x="6643701" y="816087"/>
              <a:chExt cx="3153315" cy="5119205"/>
            </a:xfrm>
          </p:grpSpPr>
          <p:sp>
            <p:nvSpPr>
              <p:cNvPr id="876" name="Google Shape;876;p32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77" name="Google Shape;877;p32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878" name="Google Shape;878;p3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9" name="Google Shape;879;p3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80" name="Google Shape;880;p32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81" name="Google Shape;881;p3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2" name="Google Shape;882;p3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83" name="Google Shape;883;p32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84" name="Google Shape;884;p3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5" name="Google Shape;885;p3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886" name="Google Shape;886;p32"/>
            <p:cNvSpPr/>
            <p:nvPr/>
          </p:nvSpPr>
          <p:spPr>
            <a:xfrm>
              <a:off x="-630272" y="2499757"/>
              <a:ext cx="1031181" cy="275218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87" name="Google Shape;887;p32"/>
            <p:cNvGrpSpPr/>
            <p:nvPr/>
          </p:nvGrpSpPr>
          <p:grpSpPr>
            <a:xfrm rot="-5400000">
              <a:off x="99300" y="3411735"/>
              <a:ext cx="88151" cy="2151709"/>
              <a:chOff x="3054755" y="4367024"/>
              <a:chExt cx="88142" cy="1137387"/>
            </a:xfrm>
          </p:grpSpPr>
          <p:sp>
            <p:nvSpPr>
              <p:cNvPr id="888" name="Google Shape;888;p32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32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0" name="Google Shape;890;p32"/>
            <p:cNvGrpSpPr/>
            <p:nvPr/>
          </p:nvGrpSpPr>
          <p:grpSpPr>
            <a:xfrm rot="-5400000">
              <a:off x="-28713" y="3651410"/>
              <a:ext cx="88151" cy="2151709"/>
              <a:chOff x="3054755" y="4367024"/>
              <a:chExt cx="88142" cy="1137387"/>
            </a:xfrm>
          </p:grpSpPr>
          <p:sp>
            <p:nvSpPr>
              <p:cNvPr id="891" name="Google Shape;891;p32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2" name="Google Shape;892;p32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93" name="Google Shape;893;p32"/>
          <p:cNvGrpSpPr/>
          <p:nvPr/>
        </p:nvGrpSpPr>
        <p:grpSpPr>
          <a:xfrm rot="-5400000">
            <a:off x="7274810" y="-1067450"/>
            <a:ext cx="3920501" cy="3213899"/>
            <a:chOff x="6643710" y="2822113"/>
            <a:chExt cx="3920501" cy="3213899"/>
          </a:xfrm>
        </p:grpSpPr>
        <p:pic>
          <p:nvPicPr>
            <p:cNvPr id="894" name="Google Shape;894;p3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5" name="Google Shape;895;p32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32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32"/>
            <p:cNvSpPr/>
            <p:nvPr/>
          </p:nvSpPr>
          <p:spPr>
            <a:xfrm>
              <a:off x="8764950" y="2822113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98" name="Google Shape;898;p32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899" name="Google Shape;899;p3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0" name="Google Shape;900;p3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3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02" name="Google Shape;902;p32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903" name="Google Shape;903;p3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4" name="Google Shape;904;p3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5" name="Google Shape;905;p3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06" name="Google Shape;906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9" name="Google Shape;909;p33"/>
          <p:cNvSpPr txBox="1"/>
          <p:nvPr>
            <p:ph idx="1" type="body"/>
          </p:nvPr>
        </p:nvSpPr>
        <p:spPr>
          <a:xfrm>
            <a:off x="720000" y="1139550"/>
            <a:ext cx="4528500" cy="6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910" name="Google Shape;910;p33"/>
          <p:cNvGrpSpPr/>
          <p:nvPr/>
        </p:nvGrpSpPr>
        <p:grpSpPr>
          <a:xfrm>
            <a:off x="6846993" y="-1382193"/>
            <a:ext cx="4230595" cy="4230595"/>
            <a:chOff x="6597168" y="-1305993"/>
            <a:chExt cx="4230595" cy="4230595"/>
          </a:xfrm>
        </p:grpSpPr>
        <p:sp>
          <p:nvSpPr>
            <p:cNvPr id="911" name="Google Shape;911;p33"/>
            <p:cNvSpPr/>
            <p:nvPr/>
          </p:nvSpPr>
          <p:spPr>
            <a:xfrm flipH="1" rot="-8100000">
              <a:off x="7249845" y="-719557"/>
              <a:ext cx="2925242" cy="3057723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33"/>
            <p:cNvSpPr/>
            <p:nvPr/>
          </p:nvSpPr>
          <p:spPr>
            <a:xfrm>
              <a:off x="8355611" y="-292048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33"/>
            <p:cNvSpPr/>
            <p:nvPr/>
          </p:nvSpPr>
          <p:spPr>
            <a:xfrm>
              <a:off x="8608100" y="70376"/>
              <a:ext cx="687411" cy="2086997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14" name="Google Shape;914;p33"/>
            <p:cNvGrpSpPr/>
            <p:nvPr/>
          </p:nvGrpSpPr>
          <p:grpSpPr>
            <a:xfrm>
              <a:off x="8449011" y="1244697"/>
              <a:ext cx="134100" cy="134100"/>
              <a:chOff x="-1999139" y="3143772"/>
              <a:chExt cx="134100" cy="134100"/>
            </a:xfrm>
          </p:grpSpPr>
          <p:sp>
            <p:nvSpPr>
              <p:cNvPr id="915" name="Google Shape;915;p33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33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7" name="Google Shape;917;p33"/>
            <p:cNvGrpSpPr/>
            <p:nvPr/>
          </p:nvGrpSpPr>
          <p:grpSpPr>
            <a:xfrm>
              <a:off x="8577286" y="2178484"/>
              <a:ext cx="134100" cy="134100"/>
              <a:chOff x="-1999139" y="3143772"/>
              <a:chExt cx="134100" cy="134100"/>
            </a:xfrm>
          </p:grpSpPr>
          <p:sp>
            <p:nvSpPr>
              <p:cNvPr id="918" name="Google Shape;918;p33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9" name="Google Shape;919;p33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20" name="Google Shape;920;p33"/>
            <p:cNvGrpSpPr/>
            <p:nvPr/>
          </p:nvGrpSpPr>
          <p:grpSpPr>
            <a:xfrm>
              <a:off x="8526386" y="311022"/>
              <a:ext cx="134004" cy="134004"/>
              <a:chOff x="8356813" y="1074288"/>
              <a:chExt cx="351900" cy="351900"/>
            </a:xfrm>
          </p:grpSpPr>
          <p:sp>
            <p:nvSpPr>
              <p:cNvPr id="921" name="Google Shape;921;p33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33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923" name="Google Shape;923;p3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24" name="Google Shape;924;p33"/>
          <p:cNvGrpSpPr/>
          <p:nvPr/>
        </p:nvGrpSpPr>
        <p:grpSpPr>
          <a:xfrm rot="5400000">
            <a:off x="-1981527" y="1924690"/>
            <a:ext cx="6191222" cy="6191222"/>
            <a:chOff x="-2825827" y="1271890"/>
            <a:chExt cx="6191222" cy="6191222"/>
          </a:xfrm>
        </p:grpSpPr>
        <p:pic>
          <p:nvPicPr>
            <p:cNvPr id="925" name="Google Shape;925;p3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26" name="Google Shape;926;p33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927" name="Google Shape;927;p33"/>
              <p:cNvSpPr/>
              <p:nvPr/>
            </p:nvSpPr>
            <p:spPr>
              <a:xfrm flipH="1" rot="2700000">
                <a:off x="-1733384" y="1992813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33"/>
              <p:cNvSpPr/>
              <p:nvPr/>
            </p:nvSpPr>
            <p:spPr>
              <a:xfrm flipH="1" rot="2700000">
                <a:off x="-1192832" y="2500186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29" name="Google Shape;929;p33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930" name="Google Shape;930;p33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1" name="Google Shape;931;p33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32" name="Google Shape;932;p33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933" name="Google Shape;933;p33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4" name="Google Shape;934;p33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35" name="Google Shape;935;p33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936" name="Google Shape;936;p33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7" name="Google Shape;937;p33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38" name="Google Shape;938;p33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939" name="Google Shape;939;p33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40" name="Google Shape;940;p33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  <p:sp>
        <p:nvSpPr>
          <p:cNvPr id="941" name="Google Shape;941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3" name="Google Shape;943;p34"/>
          <p:cNvGrpSpPr/>
          <p:nvPr/>
        </p:nvGrpSpPr>
        <p:grpSpPr>
          <a:xfrm>
            <a:off x="4582521" y="2433470"/>
            <a:ext cx="5022035" cy="4764449"/>
            <a:chOff x="4571996" y="2268220"/>
            <a:chExt cx="5022035" cy="4764449"/>
          </a:xfrm>
        </p:grpSpPr>
        <p:pic>
          <p:nvPicPr>
            <p:cNvPr id="944" name="Google Shape;944;p34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45" name="Google Shape;945;p34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946" name="Google Shape;946;p34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947" name="Google Shape;947;p34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8" name="Google Shape;948;p34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49" name="Google Shape;949;p34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950" name="Google Shape;950;p34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1" name="Google Shape;951;p34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2" name="Google Shape;952;p34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53" name="Google Shape;953;p34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54" name="Google Shape;954;p34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55" name="Google Shape;955;p34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56" name="Google Shape;956;p34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57" name="Google Shape;957;p34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58" name="Google Shape;958;p34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59" name="Google Shape;959;p34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60" name="Google Shape;960;p34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61" name="Google Shape;961;p34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62" name="Google Shape;962;p34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63" name="Google Shape;963;p34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964" name="Google Shape;964;p34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65" name="Google Shape;965;p34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66" name="Google Shape;966;p34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67" name="Google Shape;967;p34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68" name="Google Shape;968;p34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69" name="Google Shape;969;p34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70" name="Google Shape;970;p34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71" name="Google Shape;971;p34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72" name="Google Shape;972;p34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73" name="Google Shape;973;p34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74" name="Google Shape;974;p34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75" name="Google Shape;975;p34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76" name="Google Shape;976;p34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77" name="Google Shape;977;p34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78" name="Google Shape;978;p34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79" name="Google Shape;979;p34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80" name="Google Shape;980;p34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81" name="Google Shape;981;p34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82" name="Google Shape;982;p34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83" name="Google Shape;983;p34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984" name="Google Shape;984;p34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5" name="Google Shape;985;p34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986" name="Google Shape;986;p34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987" name="Google Shape;987;p3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8" name="Google Shape;988;p3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89" name="Google Shape;989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90" name="Google Shape;990;p34"/>
          <p:cNvSpPr txBox="1"/>
          <p:nvPr>
            <p:ph idx="1" type="body"/>
          </p:nvPr>
        </p:nvSpPr>
        <p:spPr>
          <a:xfrm>
            <a:off x="720000" y="1139550"/>
            <a:ext cx="4290900" cy="34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991" name="Google Shape;991;p34"/>
          <p:cNvSpPr txBox="1"/>
          <p:nvPr>
            <p:ph idx="2" type="body"/>
          </p:nvPr>
        </p:nvSpPr>
        <p:spPr>
          <a:xfrm>
            <a:off x="5249025" y="1139550"/>
            <a:ext cx="3174900" cy="34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992" name="Google Shape;992;p34"/>
          <p:cNvGrpSpPr/>
          <p:nvPr/>
        </p:nvGrpSpPr>
        <p:grpSpPr>
          <a:xfrm>
            <a:off x="-913829" y="-2335097"/>
            <a:ext cx="5022161" cy="4764814"/>
            <a:chOff x="-837629" y="-2258897"/>
            <a:chExt cx="5022161" cy="4764814"/>
          </a:xfrm>
        </p:grpSpPr>
        <p:grpSp>
          <p:nvGrpSpPr>
            <p:cNvPr id="993" name="Google Shape;993;p34"/>
            <p:cNvGrpSpPr/>
            <p:nvPr/>
          </p:nvGrpSpPr>
          <p:grpSpPr>
            <a:xfrm>
              <a:off x="-837629" y="-736613"/>
              <a:ext cx="1989039" cy="1471668"/>
              <a:chOff x="-494406" y="-252396"/>
              <a:chExt cx="1741563" cy="1288563"/>
            </a:xfrm>
          </p:grpSpPr>
          <p:sp>
            <p:nvSpPr>
              <p:cNvPr id="994" name="Google Shape;994;p3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3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6" name="Google Shape;996;p34"/>
            <p:cNvGrpSpPr/>
            <p:nvPr/>
          </p:nvGrpSpPr>
          <p:grpSpPr>
            <a:xfrm rot="-8100000">
              <a:off x="344623" y="-1788220"/>
              <a:ext cx="2915004" cy="3823461"/>
              <a:chOff x="2976325" y="908175"/>
              <a:chExt cx="4028179" cy="5283555"/>
            </a:xfrm>
          </p:grpSpPr>
          <p:sp>
            <p:nvSpPr>
              <p:cNvPr id="997" name="Google Shape;997;p3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8" name="Google Shape;998;p3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9" name="Google Shape;999;p3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0" name="Google Shape;1000;p34"/>
            <p:cNvGrpSpPr/>
            <p:nvPr/>
          </p:nvGrpSpPr>
          <p:grpSpPr>
            <a:xfrm>
              <a:off x="-272968" y="261330"/>
              <a:ext cx="799446" cy="546640"/>
              <a:chOff x="39722" y="4349021"/>
              <a:chExt cx="1061964" cy="726143"/>
            </a:xfrm>
          </p:grpSpPr>
          <p:grpSp>
            <p:nvGrpSpPr>
              <p:cNvPr id="1001" name="Google Shape;1001;p3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02" name="Google Shape;1002;p3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003" name="Google Shape;1003;p3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004" name="Google Shape;1004;p3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05" name="Google Shape;1005;p3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06" name="Google Shape;1006;p3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07" name="Google Shape;1007;p3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08" name="Google Shape;1008;p3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009" name="Google Shape;1009;p3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10" name="Google Shape;1010;p34"/>
          <p:cNvGrpSpPr/>
          <p:nvPr/>
        </p:nvGrpSpPr>
        <p:grpSpPr>
          <a:xfrm>
            <a:off x="-224248" y="3297090"/>
            <a:ext cx="605804" cy="2417785"/>
            <a:chOff x="-224248" y="3297090"/>
            <a:chExt cx="605804" cy="2417785"/>
          </a:xfrm>
        </p:grpSpPr>
        <p:grpSp>
          <p:nvGrpSpPr>
            <p:cNvPr id="1011" name="Google Shape;1011;p34"/>
            <p:cNvGrpSpPr/>
            <p:nvPr/>
          </p:nvGrpSpPr>
          <p:grpSpPr>
            <a:xfrm>
              <a:off x="143770" y="3630885"/>
              <a:ext cx="237785" cy="2083990"/>
              <a:chOff x="1040050" y="3812126"/>
              <a:chExt cx="208200" cy="1824700"/>
            </a:xfrm>
          </p:grpSpPr>
          <p:sp>
            <p:nvSpPr>
              <p:cNvPr id="1012" name="Google Shape;1012;p3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3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4" name="Google Shape;1014;p34"/>
            <p:cNvGrpSpPr/>
            <p:nvPr/>
          </p:nvGrpSpPr>
          <p:grpSpPr>
            <a:xfrm rot="10800000">
              <a:off x="-224248" y="3297090"/>
              <a:ext cx="439200" cy="439100"/>
              <a:chOff x="1101075" y="2142375"/>
              <a:chExt cx="439200" cy="439100"/>
            </a:xfrm>
          </p:grpSpPr>
          <p:sp>
            <p:nvSpPr>
              <p:cNvPr id="1015" name="Google Shape;1015;p3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6" name="Google Shape;1016;p3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17" name="Google Shape;1017;p34"/>
          <p:cNvGrpSpPr/>
          <p:nvPr/>
        </p:nvGrpSpPr>
        <p:grpSpPr>
          <a:xfrm>
            <a:off x="3585480" y="-1456810"/>
            <a:ext cx="3681465" cy="2759625"/>
            <a:chOff x="3585480" y="-1380610"/>
            <a:chExt cx="3681465" cy="2759625"/>
          </a:xfrm>
        </p:grpSpPr>
        <p:pic>
          <p:nvPicPr>
            <p:cNvPr id="1018" name="Google Shape;1018;p34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flipH="1" rot="10800000">
              <a:off x="3585480" y="-138061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19" name="Google Shape;1019;p34"/>
            <p:cNvGrpSpPr/>
            <p:nvPr/>
          </p:nvGrpSpPr>
          <p:grpSpPr>
            <a:xfrm>
              <a:off x="6590156" y="-232440"/>
              <a:ext cx="676790" cy="462843"/>
              <a:chOff x="39722" y="4349021"/>
              <a:chExt cx="1061964" cy="726143"/>
            </a:xfrm>
          </p:grpSpPr>
          <p:grpSp>
            <p:nvGrpSpPr>
              <p:cNvPr id="1020" name="Google Shape;1020;p3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21" name="Google Shape;1021;p3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022" name="Google Shape;1022;p3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023" name="Google Shape;1023;p3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4" name="Google Shape;1024;p3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5" name="Google Shape;1025;p3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6" name="Google Shape;1026;p3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7" name="Google Shape;1027;p3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028" name="Google Shape;1028;p3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29" name="Google Shape;1029;p34"/>
            <p:cNvGrpSpPr/>
            <p:nvPr/>
          </p:nvGrpSpPr>
          <p:grpSpPr>
            <a:xfrm>
              <a:off x="6003005" y="-274104"/>
              <a:ext cx="799446" cy="546640"/>
              <a:chOff x="39722" y="4349021"/>
              <a:chExt cx="1061964" cy="726143"/>
            </a:xfrm>
          </p:grpSpPr>
          <p:grpSp>
            <p:nvGrpSpPr>
              <p:cNvPr id="1030" name="Google Shape;1030;p3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31" name="Google Shape;1031;p3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032" name="Google Shape;1032;p3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033" name="Google Shape;1033;p3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4" name="Google Shape;1034;p3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5" name="Google Shape;1035;p3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6" name="Google Shape;1036;p3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7" name="Google Shape;1037;p3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038" name="Google Shape;1038;p3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39" name="Google Shape;1039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191919"/>
                </a:solidFill>
              </a:defRPr>
            </a:lvl1pPr>
            <a:lvl2pPr lvl="1">
              <a:buNone/>
              <a:defRPr>
                <a:solidFill>
                  <a:srgbClr val="191919"/>
                </a:solidFill>
              </a:defRPr>
            </a:lvl2pPr>
            <a:lvl3pPr lvl="2">
              <a:buNone/>
              <a:defRPr>
                <a:solidFill>
                  <a:srgbClr val="191919"/>
                </a:solidFill>
              </a:defRPr>
            </a:lvl3pPr>
            <a:lvl4pPr lvl="3">
              <a:buNone/>
              <a:defRPr>
                <a:solidFill>
                  <a:srgbClr val="191919"/>
                </a:solidFill>
              </a:defRPr>
            </a:lvl4pPr>
            <a:lvl5pPr lvl="4">
              <a:buNone/>
              <a:defRPr>
                <a:solidFill>
                  <a:srgbClr val="191919"/>
                </a:solidFill>
              </a:defRPr>
            </a:lvl5pPr>
            <a:lvl6pPr lvl="5">
              <a:buNone/>
              <a:defRPr>
                <a:solidFill>
                  <a:srgbClr val="191919"/>
                </a:solidFill>
              </a:defRPr>
            </a:lvl6pPr>
            <a:lvl7pPr lvl="6">
              <a:buNone/>
              <a:defRPr>
                <a:solidFill>
                  <a:srgbClr val="191919"/>
                </a:solidFill>
              </a:defRPr>
            </a:lvl7pPr>
            <a:lvl8pPr lvl="7">
              <a:buNone/>
              <a:defRPr>
                <a:solidFill>
                  <a:srgbClr val="191919"/>
                </a:solidFill>
              </a:defRPr>
            </a:lvl8pPr>
            <a:lvl9pPr lvl="8">
              <a:buNone/>
              <a:defRPr>
                <a:solidFill>
                  <a:srgbClr val="191919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42" name="Google Shape;1042;p35"/>
          <p:cNvSpPr txBox="1"/>
          <p:nvPr>
            <p:ph idx="1" type="subTitle"/>
          </p:nvPr>
        </p:nvSpPr>
        <p:spPr>
          <a:xfrm>
            <a:off x="713225" y="2041525"/>
            <a:ext cx="55785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43" name="Google Shape;1043;p35"/>
          <p:cNvSpPr txBox="1"/>
          <p:nvPr>
            <p:ph idx="2" type="subTitle"/>
          </p:nvPr>
        </p:nvSpPr>
        <p:spPr>
          <a:xfrm>
            <a:off x="713225" y="3366650"/>
            <a:ext cx="55785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44" name="Google Shape;1044;p35"/>
          <p:cNvSpPr txBox="1"/>
          <p:nvPr>
            <p:ph idx="3" type="subTitle"/>
          </p:nvPr>
        </p:nvSpPr>
        <p:spPr>
          <a:xfrm>
            <a:off x="713225" y="1679400"/>
            <a:ext cx="55785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45" name="Google Shape;1045;p35"/>
          <p:cNvSpPr txBox="1"/>
          <p:nvPr>
            <p:ph idx="4" type="subTitle"/>
          </p:nvPr>
        </p:nvSpPr>
        <p:spPr>
          <a:xfrm>
            <a:off x="713225" y="3040550"/>
            <a:ext cx="55785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046" name="Google Shape;1046;p35"/>
          <p:cNvGrpSpPr/>
          <p:nvPr/>
        </p:nvGrpSpPr>
        <p:grpSpPr>
          <a:xfrm flipH="1" rot="-5400000">
            <a:off x="6239121" y="1032770"/>
            <a:ext cx="5022035" cy="4764449"/>
            <a:chOff x="4571996" y="2268220"/>
            <a:chExt cx="5022035" cy="4764449"/>
          </a:xfrm>
        </p:grpSpPr>
        <p:pic>
          <p:nvPicPr>
            <p:cNvPr id="1047" name="Google Shape;1047;p35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48" name="Google Shape;1048;p35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1049" name="Google Shape;1049;p35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1050" name="Google Shape;1050;p35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1" name="Google Shape;1051;p35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52" name="Google Shape;1052;p35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1053" name="Google Shape;1053;p35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4" name="Google Shape;1054;p35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5" name="Google Shape;1055;p35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56" name="Google Shape;1056;p35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057" name="Google Shape;1057;p35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58" name="Google Shape;1058;p35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059" name="Google Shape;1059;p35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60" name="Google Shape;1060;p35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61" name="Google Shape;1061;p35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62" name="Google Shape;1062;p35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63" name="Google Shape;1063;p35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64" name="Google Shape;1064;p35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065" name="Google Shape;1065;p35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66" name="Google Shape;1066;p35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1067" name="Google Shape;1067;p35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68" name="Google Shape;1068;p35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069" name="Google Shape;1069;p35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70" name="Google Shape;1070;p35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71" name="Google Shape;1071;p35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72" name="Google Shape;1072;p35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73" name="Google Shape;1073;p35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74" name="Google Shape;1074;p35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075" name="Google Shape;1075;p35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76" name="Google Shape;1076;p35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077" name="Google Shape;1077;p35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78" name="Google Shape;1078;p35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079" name="Google Shape;1079;p35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80" name="Google Shape;1080;p35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81" name="Google Shape;1081;p35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82" name="Google Shape;1082;p35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83" name="Google Shape;1083;p35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84" name="Google Shape;1084;p35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085" name="Google Shape;1085;p35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86" name="Google Shape;1086;p35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1087" name="Google Shape;1087;p35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8" name="Google Shape;1088;p35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089" name="Google Shape;1089;p35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1090" name="Google Shape;1090;p3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1" name="Google Shape;1091;p3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092" name="Google Shape;1092;p35"/>
          <p:cNvPicPr preferRelativeResize="0"/>
          <p:nvPr/>
        </p:nvPicPr>
        <p:blipFill rotWithShape="1">
          <a:blip r:embed="rId2">
            <a:alphaModFix/>
          </a:blip>
          <a:srcRect b="26177" l="16960" r="7121" t="24718"/>
          <a:stretch/>
        </p:blipFill>
        <p:spPr>
          <a:xfrm rot="5400000">
            <a:off x="-1432850" y="882950"/>
            <a:ext cx="2441950" cy="1863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3" name="Google Shape;1093;p35"/>
          <p:cNvGrpSpPr/>
          <p:nvPr/>
        </p:nvGrpSpPr>
        <p:grpSpPr>
          <a:xfrm rot="10800000">
            <a:off x="6045700" y="237976"/>
            <a:ext cx="4558967" cy="134100"/>
            <a:chOff x="796100" y="3019701"/>
            <a:chExt cx="4558967" cy="134100"/>
          </a:xfrm>
        </p:grpSpPr>
        <p:sp>
          <p:nvSpPr>
            <p:cNvPr id="1094" name="Google Shape;1094;p35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95" name="Google Shape;1095;p35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96" name="Google Shape;1096;p35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7" name="Google Shape;1097;p35"/>
          <p:cNvGrpSpPr/>
          <p:nvPr/>
        </p:nvGrpSpPr>
        <p:grpSpPr>
          <a:xfrm>
            <a:off x="-1143750" y="3925887"/>
            <a:ext cx="4558967" cy="1517787"/>
            <a:chOff x="-1143750" y="3849687"/>
            <a:chExt cx="4558967" cy="1517787"/>
          </a:xfrm>
        </p:grpSpPr>
        <p:grpSp>
          <p:nvGrpSpPr>
            <p:cNvPr id="1098" name="Google Shape;1098;p35"/>
            <p:cNvGrpSpPr/>
            <p:nvPr/>
          </p:nvGrpSpPr>
          <p:grpSpPr>
            <a:xfrm rot="5400000">
              <a:off x="-805838" y="4155104"/>
              <a:ext cx="1517787" cy="906953"/>
              <a:chOff x="-55500" y="4835979"/>
              <a:chExt cx="1517787" cy="906953"/>
            </a:xfrm>
          </p:grpSpPr>
          <p:sp>
            <p:nvSpPr>
              <p:cNvPr id="1099" name="Google Shape;1099;p35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35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35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2" name="Google Shape;1102;p35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03" name="Google Shape;1103;p35"/>
            <p:cNvGrpSpPr/>
            <p:nvPr/>
          </p:nvGrpSpPr>
          <p:grpSpPr>
            <a:xfrm>
              <a:off x="-549966" y="3946426"/>
              <a:ext cx="2833357" cy="1421047"/>
              <a:chOff x="-677366" y="4067276"/>
              <a:chExt cx="2833357" cy="1421047"/>
            </a:xfrm>
          </p:grpSpPr>
          <p:sp>
            <p:nvSpPr>
              <p:cNvPr id="1104" name="Google Shape;1104;p35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05" name="Google Shape;1105;p35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106" name="Google Shape;1106;p3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7" name="Google Shape;1107;p3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08" name="Google Shape;1108;p35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109" name="Google Shape;1109;p3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0" name="Google Shape;1110;p3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111" name="Google Shape;1111;p35"/>
            <p:cNvSpPr/>
            <p:nvPr/>
          </p:nvSpPr>
          <p:spPr>
            <a:xfrm rot="-5400000">
              <a:off x="362395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12" name="Google Shape;1112;p35"/>
            <p:cNvGrpSpPr/>
            <p:nvPr/>
          </p:nvGrpSpPr>
          <p:grpSpPr>
            <a:xfrm>
              <a:off x="-1143750" y="4741576"/>
              <a:ext cx="4558967" cy="134100"/>
              <a:chOff x="796100" y="3019701"/>
              <a:chExt cx="4558967" cy="134100"/>
            </a:xfrm>
          </p:grpSpPr>
          <p:sp>
            <p:nvSpPr>
              <p:cNvPr id="1113" name="Google Shape;1113;p3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14" name="Google Shape;1114;p3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15" name="Google Shape;1115;p3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16" name="Google Shape;1116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8" name="Google Shape;1118;p36"/>
          <p:cNvGrpSpPr/>
          <p:nvPr/>
        </p:nvGrpSpPr>
        <p:grpSpPr>
          <a:xfrm>
            <a:off x="7059553" y="-2136808"/>
            <a:ext cx="4192757" cy="4558967"/>
            <a:chOff x="6983353" y="-2136808"/>
            <a:chExt cx="4192757" cy="4558967"/>
          </a:xfrm>
        </p:grpSpPr>
        <p:grpSp>
          <p:nvGrpSpPr>
            <p:cNvPr id="1119" name="Google Shape;1119;p36"/>
            <p:cNvGrpSpPr/>
            <p:nvPr/>
          </p:nvGrpSpPr>
          <p:grpSpPr>
            <a:xfrm rot="-509296">
              <a:off x="7187207" y="-982000"/>
              <a:ext cx="3785049" cy="3043008"/>
              <a:chOff x="7103825" y="-713112"/>
              <a:chExt cx="3785226" cy="3043150"/>
            </a:xfrm>
          </p:grpSpPr>
          <p:sp>
            <p:nvSpPr>
              <p:cNvPr id="1120" name="Google Shape;1120;p36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121" name="Google Shape;1121;p36"/>
              <p:cNvPicPr preferRelativeResize="0"/>
              <p:nvPr/>
            </p:nvPicPr>
            <p:blipFill rotWithShape="1">
              <a:blip r:embed="rId2">
                <a:alphaModFix/>
              </a:blip>
              <a:srcRect b="17663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22" name="Google Shape;1122;p36"/>
            <p:cNvGrpSpPr/>
            <p:nvPr/>
          </p:nvGrpSpPr>
          <p:grpSpPr>
            <a:xfrm rot="5400000">
              <a:off x="6489450" y="75626"/>
              <a:ext cx="4558967" cy="134100"/>
              <a:chOff x="796100" y="3019701"/>
              <a:chExt cx="4558967" cy="134100"/>
            </a:xfrm>
          </p:grpSpPr>
          <p:sp>
            <p:nvSpPr>
              <p:cNvPr id="1123" name="Google Shape;1123;p3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24" name="Google Shape;1124;p3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25" name="Google Shape;1125;p3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26" name="Google Shape;1126;p36"/>
          <p:cNvSpPr txBox="1"/>
          <p:nvPr>
            <p:ph idx="1" type="subTitle"/>
          </p:nvPr>
        </p:nvSpPr>
        <p:spPr>
          <a:xfrm>
            <a:off x="720000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7" name="Google Shape;1127;p36"/>
          <p:cNvSpPr txBox="1"/>
          <p:nvPr>
            <p:ph idx="2" type="subTitle"/>
          </p:nvPr>
        </p:nvSpPr>
        <p:spPr>
          <a:xfrm>
            <a:off x="3584484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8" name="Google Shape;1128;p36"/>
          <p:cNvSpPr txBox="1"/>
          <p:nvPr>
            <p:ph idx="3" type="subTitle"/>
          </p:nvPr>
        </p:nvSpPr>
        <p:spPr>
          <a:xfrm>
            <a:off x="6448975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9" name="Google Shape;1129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30" name="Google Shape;1130;p36"/>
          <p:cNvSpPr txBox="1"/>
          <p:nvPr>
            <p:ph idx="4" type="subTitle"/>
          </p:nvPr>
        </p:nvSpPr>
        <p:spPr>
          <a:xfrm>
            <a:off x="720000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31" name="Google Shape;1131;p36"/>
          <p:cNvSpPr txBox="1"/>
          <p:nvPr>
            <p:ph idx="5" type="subTitle"/>
          </p:nvPr>
        </p:nvSpPr>
        <p:spPr>
          <a:xfrm>
            <a:off x="3584483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32" name="Google Shape;1132;p36"/>
          <p:cNvSpPr txBox="1"/>
          <p:nvPr>
            <p:ph idx="6" type="subTitle"/>
          </p:nvPr>
        </p:nvSpPr>
        <p:spPr>
          <a:xfrm>
            <a:off x="6448972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133" name="Google Shape;1133;p36"/>
          <p:cNvGrpSpPr/>
          <p:nvPr/>
        </p:nvGrpSpPr>
        <p:grpSpPr>
          <a:xfrm>
            <a:off x="6067575" y="2796625"/>
            <a:ext cx="4006263" cy="4771152"/>
            <a:chOff x="5915175" y="2339425"/>
            <a:chExt cx="4006263" cy="4771152"/>
          </a:xfrm>
        </p:grpSpPr>
        <p:sp>
          <p:nvSpPr>
            <p:cNvPr id="1134" name="Google Shape;1134;p36"/>
            <p:cNvSpPr/>
            <p:nvPr/>
          </p:nvSpPr>
          <p:spPr>
            <a:xfrm>
              <a:off x="5915175" y="23612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36"/>
            <p:cNvSpPr/>
            <p:nvPr/>
          </p:nvSpPr>
          <p:spPr>
            <a:xfrm>
              <a:off x="6873793" y="23394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36" name="Google Shape;1136;p36"/>
            <p:cNvGrpSpPr/>
            <p:nvPr/>
          </p:nvGrpSpPr>
          <p:grpSpPr>
            <a:xfrm>
              <a:off x="7520550" y="4608575"/>
              <a:ext cx="582050" cy="582425"/>
              <a:chOff x="959750" y="3039275"/>
              <a:chExt cx="582050" cy="582425"/>
            </a:xfrm>
          </p:grpSpPr>
          <p:sp>
            <p:nvSpPr>
              <p:cNvPr id="1137" name="Google Shape;1137;p36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36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9" name="Google Shape;1139;p36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36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36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36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36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44" name="Google Shape;1144;p36"/>
            <p:cNvGrpSpPr/>
            <p:nvPr/>
          </p:nvGrpSpPr>
          <p:grpSpPr>
            <a:xfrm>
              <a:off x="8484675" y="3658275"/>
              <a:ext cx="582050" cy="582425"/>
              <a:chOff x="959750" y="3039275"/>
              <a:chExt cx="582050" cy="582425"/>
            </a:xfrm>
          </p:grpSpPr>
          <p:sp>
            <p:nvSpPr>
              <p:cNvPr id="1145" name="Google Shape;1145;p36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36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36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36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36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36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36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52" name="Google Shape;1152;p36"/>
          <p:cNvGrpSpPr/>
          <p:nvPr/>
        </p:nvGrpSpPr>
        <p:grpSpPr>
          <a:xfrm>
            <a:off x="-235366" y="3828554"/>
            <a:ext cx="5249359" cy="2992224"/>
            <a:chOff x="-258616" y="3430829"/>
            <a:chExt cx="5249359" cy="2992224"/>
          </a:xfrm>
        </p:grpSpPr>
        <p:pic>
          <p:nvPicPr>
            <p:cNvPr id="1153" name="Google Shape;1153;p36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4" name="Google Shape;1154;p36"/>
            <p:cNvSpPr/>
            <p:nvPr/>
          </p:nvSpPr>
          <p:spPr>
            <a:xfrm>
              <a:off x="363250" y="4667754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36"/>
            <p:cNvSpPr/>
            <p:nvPr/>
          </p:nvSpPr>
          <p:spPr>
            <a:xfrm>
              <a:off x="941424" y="4724302"/>
              <a:ext cx="340329" cy="325895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36"/>
            <p:cNvSpPr/>
            <p:nvPr/>
          </p:nvSpPr>
          <p:spPr>
            <a:xfrm>
              <a:off x="820562" y="49581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36"/>
            <p:cNvSpPr/>
            <p:nvPr/>
          </p:nvSpPr>
          <p:spPr>
            <a:xfrm>
              <a:off x="1299000" y="46085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36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59" name="Google Shape;1159;p36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1160" name="Google Shape;1160;p3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1" name="Google Shape;1161;p3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2" name="Google Shape;1162;p36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1163" name="Google Shape;1163;p3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4" name="Google Shape;1164;p3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65" name="Google Shape;1165;p36"/>
          <p:cNvGrpSpPr/>
          <p:nvPr/>
        </p:nvGrpSpPr>
        <p:grpSpPr>
          <a:xfrm>
            <a:off x="-515563" y="-797996"/>
            <a:ext cx="1433417" cy="2584783"/>
            <a:chOff x="-363163" y="-645596"/>
            <a:chExt cx="1433417" cy="2584783"/>
          </a:xfrm>
        </p:grpSpPr>
        <p:grpSp>
          <p:nvGrpSpPr>
            <p:cNvPr id="1166" name="Google Shape;1166;p36"/>
            <p:cNvGrpSpPr/>
            <p:nvPr/>
          </p:nvGrpSpPr>
          <p:grpSpPr>
            <a:xfrm rot="10800000">
              <a:off x="-64595" y="-645596"/>
              <a:ext cx="1134849" cy="2370191"/>
              <a:chOff x="-575575" y="3685599"/>
              <a:chExt cx="1421048" cy="2967932"/>
            </a:xfrm>
          </p:grpSpPr>
          <p:sp>
            <p:nvSpPr>
              <p:cNvPr id="1167" name="Google Shape;1167;p36"/>
              <p:cNvSpPr/>
              <p:nvPr/>
            </p:nvSpPr>
            <p:spPr>
              <a:xfrm>
                <a:off x="-575575" y="36855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8" name="Google Shape;1168;p36"/>
              <p:cNvSpPr/>
              <p:nvPr/>
            </p:nvSpPr>
            <p:spPr>
              <a:xfrm rot="10800000">
                <a:off x="-575573" y="3820175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69" name="Google Shape;1169;p36"/>
            <p:cNvSpPr/>
            <p:nvPr/>
          </p:nvSpPr>
          <p:spPr>
            <a:xfrm>
              <a:off x="0" y="361650"/>
              <a:ext cx="581991" cy="575861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36"/>
            <p:cNvSpPr/>
            <p:nvPr/>
          </p:nvSpPr>
          <p:spPr>
            <a:xfrm>
              <a:off x="131225" y="0"/>
              <a:ext cx="581991" cy="575861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71" name="Google Shape;1171;p36"/>
            <p:cNvGrpSpPr/>
            <p:nvPr/>
          </p:nvGrpSpPr>
          <p:grpSpPr>
            <a:xfrm flipH="1" rot="-2700000">
              <a:off x="-216370" y="1084101"/>
              <a:ext cx="708093" cy="708493"/>
              <a:chOff x="3678700" y="407275"/>
              <a:chExt cx="708100" cy="708500"/>
            </a:xfrm>
          </p:grpSpPr>
          <p:sp>
            <p:nvSpPr>
              <p:cNvPr id="1172" name="Google Shape;1172;p36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36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36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36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36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36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36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79" name="Google Shape;1179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37"/>
          <p:cNvSpPr txBox="1"/>
          <p:nvPr>
            <p:ph idx="1" type="subTitle"/>
          </p:nvPr>
        </p:nvSpPr>
        <p:spPr>
          <a:xfrm>
            <a:off x="720000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2" name="Google Shape;1182;p37"/>
          <p:cNvSpPr txBox="1"/>
          <p:nvPr>
            <p:ph idx="2" type="subTitle"/>
          </p:nvPr>
        </p:nvSpPr>
        <p:spPr>
          <a:xfrm>
            <a:off x="3584484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3" name="Google Shape;1183;p37"/>
          <p:cNvSpPr txBox="1"/>
          <p:nvPr>
            <p:ph idx="3" type="subTitle"/>
          </p:nvPr>
        </p:nvSpPr>
        <p:spPr>
          <a:xfrm>
            <a:off x="6448975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4" name="Google Shape;1184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85" name="Google Shape;1185;p37"/>
          <p:cNvSpPr txBox="1"/>
          <p:nvPr>
            <p:ph idx="4" type="subTitle"/>
          </p:nvPr>
        </p:nvSpPr>
        <p:spPr>
          <a:xfrm>
            <a:off x="720000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86" name="Google Shape;1186;p37"/>
          <p:cNvSpPr txBox="1"/>
          <p:nvPr>
            <p:ph idx="5" type="subTitle"/>
          </p:nvPr>
        </p:nvSpPr>
        <p:spPr>
          <a:xfrm>
            <a:off x="3584483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87" name="Google Shape;1187;p37"/>
          <p:cNvSpPr txBox="1"/>
          <p:nvPr>
            <p:ph idx="6" type="subTitle"/>
          </p:nvPr>
        </p:nvSpPr>
        <p:spPr>
          <a:xfrm>
            <a:off x="6448972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88" name="Google Shape;1188;p37"/>
          <p:cNvSpPr/>
          <p:nvPr>
            <p:ph idx="7" type="pic"/>
          </p:nvPr>
        </p:nvSpPr>
        <p:spPr>
          <a:xfrm>
            <a:off x="720000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89" name="Google Shape;1189;p37"/>
          <p:cNvSpPr/>
          <p:nvPr>
            <p:ph idx="8" type="pic"/>
          </p:nvPr>
        </p:nvSpPr>
        <p:spPr>
          <a:xfrm>
            <a:off x="3584475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90" name="Google Shape;1190;p37"/>
          <p:cNvSpPr/>
          <p:nvPr>
            <p:ph idx="9" type="pic"/>
          </p:nvPr>
        </p:nvSpPr>
        <p:spPr>
          <a:xfrm>
            <a:off x="6448950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1191" name="Google Shape;1191;p37"/>
          <p:cNvGrpSpPr/>
          <p:nvPr/>
        </p:nvGrpSpPr>
        <p:grpSpPr>
          <a:xfrm>
            <a:off x="-928041" y="3925887"/>
            <a:ext cx="2833357" cy="1517787"/>
            <a:chOff x="-623241" y="3849687"/>
            <a:chExt cx="2833357" cy="1517787"/>
          </a:xfrm>
        </p:grpSpPr>
        <p:grpSp>
          <p:nvGrpSpPr>
            <p:cNvPr id="1192" name="Google Shape;1192;p37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193" name="Google Shape;1193;p37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4" name="Google Shape;1194;p37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5" name="Google Shape;1195;p37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6" name="Google Shape;1196;p37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97" name="Google Shape;1197;p37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198" name="Google Shape;1198;p37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99" name="Google Shape;1199;p37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200" name="Google Shape;1200;p37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1" name="Google Shape;1201;p37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02" name="Google Shape;1202;p37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203" name="Google Shape;1203;p37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4" name="Google Shape;1204;p37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205" name="Google Shape;1205;p37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6" name="Google Shape;1206;p37"/>
          <p:cNvGrpSpPr/>
          <p:nvPr/>
        </p:nvGrpSpPr>
        <p:grpSpPr>
          <a:xfrm>
            <a:off x="6400125" y="-1754449"/>
            <a:ext cx="4189199" cy="3065874"/>
            <a:chOff x="6171525" y="-1678249"/>
            <a:chExt cx="4189199" cy="3065874"/>
          </a:xfrm>
        </p:grpSpPr>
        <p:sp>
          <p:nvSpPr>
            <p:cNvPr id="1207" name="Google Shape;1207;p37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08" name="Google Shape;1208;p3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9" name="Google Shape;1209;p37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10" name="Google Shape;1210;p37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211" name="Google Shape;1211;p3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2" name="Google Shape;1212;p3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3" name="Google Shape;1213;p3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4" name="Google Shape;1214;p3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5" name="Google Shape;1215;p3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6" name="Google Shape;1216;p3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7" name="Google Shape;1217;p3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18" name="Google Shape;1218;p37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219" name="Google Shape;1219;p3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0" name="Google Shape;1220;p3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1" name="Google Shape;1221;p3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2" name="Google Shape;1222;p3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3" name="Google Shape;1223;p3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4" name="Google Shape;1224;p3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5" name="Google Shape;1225;p3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26" name="Google Shape;1226;p37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227" name="Google Shape;1227;p37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37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9" name="Google Shape;1229;p37"/>
          <p:cNvGrpSpPr/>
          <p:nvPr/>
        </p:nvGrpSpPr>
        <p:grpSpPr>
          <a:xfrm rot="10800000">
            <a:off x="4995775" y="180626"/>
            <a:ext cx="4558967" cy="134100"/>
            <a:chOff x="796100" y="3019701"/>
            <a:chExt cx="4558967" cy="134100"/>
          </a:xfrm>
        </p:grpSpPr>
        <p:sp>
          <p:nvSpPr>
            <p:cNvPr id="1230" name="Google Shape;1230;p37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31" name="Google Shape;1231;p37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32" name="Google Shape;1232;p37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3" name="Google Shape;1233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36" name="Google Shape;1236;p38"/>
          <p:cNvSpPr txBox="1"/>
          <p:nvPr>
            <p:ph idx="1" type="subTitle"/>
          </p:nvPr>
        </p:nvSpPr>
        <p:spPr>
          <a:xfrm>
            <a:off x="1804750" y="1935218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7" name="Google Shape;1237;p38"/>
          <p:cNvSpPr txBox="1"/>
          <p:nvPr>
            <p:ph idx="2" type="subTitle"/>
          </p:nvPr>
        </p:nvSpPr>
        <p:spPr>
          <a:xfrm>
            <a:off x="5237152" y="1935218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8" name="Google Shape;1238;p38"/>
          <p:cNvSpPr txBox="1"/>
          <p:nvPr>
            <p:ph idx="3" type="subTitle"/>
          </p:nvPr>
        </p:nvSpPr>
        <p:spPr>
          <a:xfrm>
            <a:off x="1804750" y="3561374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9" name="Google Shape;1239;p38"/>
          <p:cNvSpPr txBox="1"/>
          <p:nvPr>
            <p:ph idx="4" type="subTitle"/>
          </p:nvPr>
        </p:nvSpPr>
        <p:spPr>
          <a:xfrm>
            <a:off x="5237152" y="3561374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0" name="Google Shape;1240;p38"/>
          <p:cNvSpPr txBox="1"/>
          <p:nvPr>
            <p:ph idx="5" type="subTitle"/>
          </p:nvPr>
        </p:nvSpPr>
        <p:spPr>
          <a:xfrm>
            <a:off x="1804750" y="1605775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41" name="Google Shape;1241;p38"/>
          <p:cNvSpPr txBox="1"/>
          <p:nvPr>
            <p:ph idx="6" type="subTitle"/>
          </p:nvPr>
        </p:nvSpPr>
        <p:spPr>
          <a:xfrm>
            <a:off x="5237150" y="1605775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42" name="Google Shape;1242;p38"/>
          <p:cNvSpPr txBox="1"/>
          <p:nvPr>
            <p:ph idx="7" type="subTitle"/>
          </p:nvPr>
        </p:nvSpPr>
        <p:spPr>
          <a:xfrm>
            <a:off x="1804750" y="3231981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43" name="Google Shape;1243;p38"/>
          <p:cNvSpPr txBox="1"/>
          <p:nvPr>
            <p:ph idx="8" type="subTitle"/>
          </p:nvPr>
        </p:nvSpPr>
        <p:spPr>
          <a:xfrm>
            <a:off x="5237150" y="3231981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244" name="Google Shape;1244;p38"/>
          <p:cNvGrpSpPr/>
          <p:nvPr/>
        </p:nvGrpSpPr>
        <p:grpSpPr>
          <a:xfrm>
            <a:off x="-2902027" y="1271890"/>
            <a:ext cx="6191222" cy="6191222"/>
            <a:chOff x="-2825827" y="1271890"/>
            <a:chExt cx="6191222" cy="6191222"/>
          </a:xfrm>
        </p:grpSpPr>
        <p:pic>
          <p:nvPicPr>
            <p:cNvPr id="1245" name="Google Shape;1245;p3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46" name="Google Shape;1246;p38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1247" name="Google Shape;1247;p38"/>
              <p:cNvSpPr/>
              <p:nvPr/>
            </p:nvSpPr>
            <p:spPr>
              <a:xfrm flipH="1" rot="2700000">
                <a:off x="-1733384" y="1992813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8" name="Google Shape;1248;p38"/>
              <p:cNvSpPr/>
              <p:nvPr/>
            </p:nvSpPr>
            <p:spPr>
              <a:xfrm flipH="1" rot="2700000">
                <a:off x="-1192832" y="2500186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249" name="Google Shape;1249;p38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50" name="Google Shape;1250;p38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1" name="Google Shape;1251;p38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52" name="Google Shape;1252;p38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53" name="Google Shape;1253;p38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4" name="Google Shape;1254;p38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55" name="Google Shape;1255;p38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1256" name="Google Shape;1256;p38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7" name="Google Shape;1257;p38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258" name="Google Shape;1258;p38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1259" name="Google Shape;1259;p38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60" name="Google Shape;1260;p38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  <p:grpSp>
        <p:nvGrpSpPr>
          <p:cNvPr id="1261" name="Google Shape;1261;p38"/>
          <p:cNvGrpSpPr/>
          <p:nvPr/>
        </p:nvGrpSpPr>
        <p:grpSpPr>
          <a:xfrm>
            <a:off x="5650173" y="-1036475"/>
            <a:ext cx="6191222" cy="6865137"/>
            <a:chOff x="5497773" y="-1036475"/>
            <a:chExt cx="6191222" cy="6865137"/>
          </a:xfrm>
        </p:grpSpPr>
        <p:grpSp>
          <p:nvGrpSpPr>
            <p:cNvPr id="1262" name="Google Shape;1262;p38"/>
            <p:cNvGrpSpPr/>
            <p:nvPr/>
          </p:nvGrpSpPr>
          <p:grpSpPr>
            <a:xfrm>
              <a:off x="5497773" y="-362560"/>
              <a:ext cx="6191222" cy="6191222"/>
              <a:chOff x="5584373" y="-362560"/>
              <a:chExt cx="6191222" cy="6191222"/>
            </a:xfrm>
          </p:grpSpPr>
          <p:grpSp>
            <p:nvGrpSpPr>
              <p:cNvPr id="1263" name="Google Shape;1263;p38"/>
              <p:cNvGrpSpPr/>
              <p:nvPr/>
            </p:nvGrpSpPr>
            <p:grpSpPr>
              <a:xfrm>
                <a:off x="5584373" y="-362560"/>
                <a:ext cx="6191222" cy="6191222"/>
                <a:chOff x="5443673" y="-405860"/>
                <a:chExt cx="6191222" cy="6191222"/>
              </a:xfrm>
            </p:grpSpPr>
            <p:sp>
              <p:nvSpPr>
                <p:cNvPr id="1264" name="Google Shape;1264;p38"/>
                <p:cNvSpPr/>
                <p:nvPr/>
              </p:nvSpPr>
              <p:spPr>
                <a:xfrm flipH="1" rot="-8100000">
                  <a:off x="6536116" y="315063"/>
                  <a:ext cx="4006334" cy="4749375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5" name="Google Shape;1265;p38"/>
                <p:cNvSpPr/>
                <p:nvPr/>
              </p:nvSpPr>
              <p:spPr>
                <a:xfrm flipH="1" rot="-8100000">
                  <a:off x="7076657" y="1499343"/>
                  <a:ext cx="2925242" cy="3057723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6" name="Google Shape;1266;p38"/>
                <p:cNvSpPr/>
                <p:nvPr/>
              </p:nvSpPr>
              <p:spPr>
                <a:xfrm>
                  <a:off x="8301511" y="-335348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7" name="Google Shape;1267;p38"/>
                <p:cNvSpPr/>
                <p:nvPr/>
              </p:nvSpPr>
              <p:spPr>
                <a:xfrm>
                  <a:off x="8554000" y="27076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68" name="Google Shape;1268;p38"/>
              <p:cNvGrpSpPr/>
              <p:nvPr/>
            </p:nvGrpSpPr>
            <p:grpSpPr>
              <a:xfrm>
                <a:off x="8430786" y="3923547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69" name="Google Shape;1269;p38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0" name="Google Shape;1270;p38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71" name="Google Shape;1271;p38"/>
              <p:cNvGrpSpPr/>
              <p:nvPr/>
            </p:nvGrpSpPr>
            <p:grpSpPr>
              <a:xfrm>
                <a:off x="8669561" y="3255472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72" name="Google Shape;1272;p38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3" name="Google Shape;1273;p38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74" name="Google Shape;1274;p38"/>
              <p:cNvGrpSpPr/>
              <p:nvPr/>
            </p:nvGrpSpPr>
            <p:grpSpPr>
              <a:xfrm>
                <a:off x="8612986" y="3110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275" name="Google Shape;1275;p38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6" name="Google Shape;1276;p38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pic>
          <p:nvPicPr>
            <p:cNvPr id="1277" name="Google Shape;1277;p3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8" name="Google Shape;1278;p38"/>
          <p:cNvGrpSpPr/>
          <p:nvPr/>
        </p:nvGrpSpPr>
        <p:grpSpPr>
          <a:xfrm>
            <a:off x="3983988" y="4933175"/>
            <a:ext cx="667916" cy="439200"/>
            <a:chOff x="3983988" y="4933175"/>
            <a:chExt cx="667916" cy="439200"/>
          </a:xfrm>
        </p:grpSpPr>
        <p:grpSp>
          <p:nvGrpSpPr>
            <p:cNvPr id="1279" name="Google Shape;1279;p38"/>
            <p:cNvGrpSpPr/>
            <p:nvPr/>
          </p:nvGrpSpPr>
          <p:grpSpPr>
            <a:xfrm rot="5400000">
              <a:off x="3983938" y="4933225"/>
              <a:ext cx="439200" cy="439100"/>
              <a:chOff x="1101075" y="2142375"/>
              <a:chExt cx="439200" cy="439100"/>
            </a:xfrm>
          </p:grpSpPr>
          <p:sp>
            <p:nvSpPr>
              <p:cNvPr id="1280" name="Google Shape;1280;p3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1" name="Google Shape;1281;p3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82" name="Google Shape;1282;p38"/>
            <p:cNvGrpSpPr/>
            <p:nvPr/>
          </p:nvGrpSpPr>
          <p:grpSpPr>
            <a:xfrm rot="5400000">
              <a:off x="4423062" y="5038369"/>
              <a:ext cx="228867" cy="228815"/>
              <a:chOff x="1101075" y="2142375"/>
              <a:chExt cx="439200" cy="439100"/>
            </a:xfrm>
          </p:grpSpPr>
          <p:sp>
            <p:nvSpPr>
              <p:cNvPr id="1283" name="Google Shape;1283;p3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4" name="Google Shape;1284;p3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85" name="Google Shape;1285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88" name="Google Shape;1288;p39"/>
          <p:cNvSpPr txBox="1"/>
          <p:nvPr>
            <p:ph idx="1" type="subTitle"/>
          </p:nvPr>
        </p:nvSpPr>
        <p:spPr>
          <a:xfrm>
            <a:off x="720000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9" name="Google Shape;1289;p39"/>
          <p:cNvSpPr txBox="1"/>
          <p:nvPr>
            <p:ph idx="2" type="subTitle"/>
          </p:nvPr>
        </p:nvSpPr>
        <p:spPr>
          <a:xfrm>
            <a:off x="3469872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0" name="Google Shape;1290;p39"/>
          <p:cNvSpPr txBox="1"/>
          <p:nvPr>
            <p:ph idx="3" type="subTitle"/>
          </p:nvPr>
        </p:nvSpPr>
        <p:spPr>
          <a:xfrm>
            <a:off x="720000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1" name="Google Shape;1291;p39"/>
          <p:cNvSpPr txBox="1"/>
          <p:nvPr>
            <p:ph idx="4" type="subTitle"/>
          </p:nvPr>
        </p:nvSpPr>
        <p:spPr>
          <a:xfrm>
            <a:off x="3469872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2" name="Google Shape;1292;p39"/>
          <p:cNvSpPr txBox="1"/>
          <p:nvPr>
            <p:ph idx="5" type="subTitle"/>
          </p:nvPr>
        </p:nvSpPr>
        <p:spPr>
          <a:xfrm>
            <a:off x="6219751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3" name="Google Shape;1293;p39"/>
          <p:cNvSpPr txBox="1"/>
          <p:nvPr>
            <p:ph idx="6" type="subTitle"/>
          </p:nvPr>
        </p:nvSpPr>
        <p:spPr>
          <a:xfrm>
            <a:off x="6219751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4" name="Google Shape;1294;p39"/>
          <p:cNvSpPr txBox="1"/>
          <p:nvPr>
            <p:ph idx="7" type="subTitle"/>
          </p:nvPr>
        </p:nvSpPr>
        <p:spPr>
          <a:xfrm>
            <a:off x="720000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95" name="Google Shape;1295;p39"/>
          <p:cNvSpPr txBox="1"/>
          <p:nvPr>
            <p:ph idx="8" type="subTitle"/>
          </p:nvPr>
        </p:nvSpPr>
        <p:spPr>
          <a:xfrm>
            <a:off x="3469873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96" name="Google Shape;1296;p39"/>
          <p:cNvSpPr txBox="1"/>
          <p:nvPr>
            <p:ph idx="9" type="subTitle"/>
          </p:nvPr>
        </p:nvSpPr>
        <p:spPr>
          <a:xfrm>
            <a:off x="720000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97" name="Google Shape;1297;p39"/>
          <p:cNvSpPr txBox="1"/>
          <p:nvPr>
            <p:ph idx="13" type="subTitle"/>
          </p:nvPr>
        </p:nvSpPr>
        <p:spPr>
          <a:xfrm>
            <a:off x="3469873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98" name="Google Shape;1298;p39"/>
          <p:cNvSpPr txBox="1"/>
          <p:nvPr>
            <p:ph idx="14" type="subTitle"/>
          </p:nvPr>
        </p:nvSpPr>
        <p:spPr>
          <a:xfrm>
            <a:off x="6219752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99" name="Google Shape;1299;p39"/>
          <p:cNvSpPr txBox="1"/>
          <p:nvPr>
            <p:ph idx="15" type="subTitle"/>
          </p:nvPr>
        </p:nvSpPr>
        <p:spPr>
          <a:xfrm>
            <a:off x="6219752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300" name="Google Shape;1300;p39"/>
          <p:cNvGrpSpPr/>
          <p:nvPr/>
        </p:nvGrpSpPr>
        <p:grpSpPr>
          <a:xfrm>
            <a:off x="6102850" y="-1735180"/>
            <a:ext cx="4625025" cy="4171657"/>
            <a:chOff x="6026650" y="-1658980"/>
            <a:chExt cx="4625025" cy="4171657"/>
          </a:xfrm>
        </p:grpSpPr>
        <p:pic>
          <p:nvPicPr>
            <p:cNvPr id="1301" name="Google Shape;1301;p3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7361325" y="-5966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02" name="Google Shape;1302;p39"/>
            <p:cNvGrpSpPr/>
            <p:nvPr/>
          </p:nvGrpSpPr>
          <p:grpSpPr>
            <a:xfrm flipH="1" rot="-2700000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1303" name="Google Shape;1303;p39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4" name="Google Shape;1304;p39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5" name="Google Shape;1305;p39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6" name="Google Shape;1306;p39"/>
            <p:cNvGrpSpPr/>
            <p:nvPr/>
          </p:nvGrpSpPr>
          <p:grpSpPr>
            <a:xfrm>
              <a:off x="6026650" y="-49075"/>
              <a:ext cx="803471" cy="494095"/>
              <a:chOff x="6394675" y="-49075"/>
              <a:chExt cx="803471" cy="494095"/>
            </a:xfrm>
          </p:grpSpPr>
          <p:sp>
            <p:nvSpPr>
              <p:cNvPr id="1307" name="Google Shape;1307;p39"/>
              <p:cNvSpPr/>
              <p:nvPr/>
            </p:nvSpPr>
            <p:spPr>
              <a:xfrm>
                <a:off x="6394675" y="0"/>
                <a:ext cx="284119" cy="246048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8" name="Google Shape;1308;p39"/>
              <p:cNvSpPr/>
              <p:nvPr/>
            </p:nvSpPr>
            <p:spPr>
              <a:xfrm>
                <a:off x="6627600" y="-49075"/>
                <a:ext cx="570546" cy="494095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09" name="Google Shape;1309;p39"/>
          <p:cNvGrpSpPr/>
          <p:nvPr/>
        </p:nvGrpSpPr>
        <p:grpSpPr>
          <a:xfrm>
            <a:off x="-1089100" y="4200325"/>
            <a:ext cx="5368850" cy="1863749"/>
            <a:chOff x="-1089100" y="4200325"/>
            <a:chExt cx="5368850" cy="1863749"/>
          </a:xfrm>
        </p:grpSpPr>
        <p:grpSp>
          <p:nvGrpSpPr>
            <p:cNvPr id="1310" name="Google Shape;1310;p39"/>
            <p:cNvGrpSpPr/>
            <p:nvPr/>
          </p:nvGrpSpPr>
          <p:grpSpPr>
            <a:xfrm>
              <a:off x="-185037" y="4598363"/>
              <a:ext cx="904666" cy="726121"/>
              <a:chOff x="7945225" y="4302000"/>
              <a:chExt cx="904666" cy="726121"/>
            </a:xfrm>
          </p:grpSpPr>
          <p:sp>
            <p:nvSpPr>
              <p:cNvPr id="1311" name="Google Shape;1311;p39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2" name="Google Shape;1312;p39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3" name="Google Shape;1313;p39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314" name="Google Shape;1314;p3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1837800" y="42003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15" name="Google Shape;1315;p39"/>
            <p:cNvGrpSpPr/>
            <p:nvPr/>
          </p:nvGrpSpPr>
          <p:grpSpPr>
            <a:xfrm rot="-2700000">
              <a:off x="390377" y="4688868"/>
              <a:ext cx="299453" cy="545119"/>
              <a:chOff x="-66426" y="1151064"/>
              <a:chExt cx="299455" cy="545125"/>
            </a:xfrm>
          </p:grpSpPr>
          <p:grpSp>
            <p:nvGrpSpPr>
              <p:cNvPr id="1316" name="Google Shape;1316;p39"/>
              <p:cNvGrpSpPr/>
              <p:nvPr/>
            </p:nvGrpSpPr>
            <p:grpSpPr>
              <a:xfrm>
                <a:off x="-66426" y="1396564"/>
                <a:ext cx="299455" cy="299625"/>
                <a:chOff x="3678700" y="407275"/>
                <a:chExt cx="708100" cy="708500"/>
              </a:xfrm>
            </p:grpSpPr>
            <p:sp>
              <p:nvSpPr>
                <p:cNvPr id="1317" name="Google Shape;1317;p39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8" name="Google Shape;1318;p39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9" name="Google Shape;1319;p39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0" name="Google Shape;1320;p39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1" name="Google Shape;1321;p39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2" name="Google Shape;1322;p39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3" name="Google Shape;1323;p39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24" name="Google Shape;1324;p39"/>
              <p:cNvGrpSpPr/>
              <p:nvPr/>
            </p:nvGrpSpPr>
            <p:grpSpPr>
              <a:xfrm>
                <a:off x="-66426" y="1151064"/>
                <a:ext cx="299455" cy="299625"/>
                <a:chOff x="3678700" y="407275"/>
                <a:chExt cx="708100" cy="708500"/>
              </a:xfrm>
            </p:grpSpPr>
            <p:sp>
              <p:nvSpPr>
                <p:cNvPr id="1325" name="Google Shape;1325;p39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6" name="Google Shape;1326;p39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7" name="Google Shape;1327;p39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8" name="Google Shape;1328;p39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9" name="Google Shape;1329;p39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0" name="Google Shape;1330;p39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1" name="Google Shape;1331;p39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332" name="Google Shape;1332;p39"/>
            <p:cNvGrpSpPr/>
            <p:nvPr/>
          </p:nvGrpSpPr>
          <p:grpSpPr>
            <a:xfrm>
              <a:off x="-1089100" y="4894376"/>
              <a:ext cx="4558967" cy="134100"/>
              <a:chOff x="796100" y="3019701"/>
              <a:chExt cx="4558967" cy="134100"/>
            </a:xfrm>
          </p:grpSpPr>
          <p:sp>
            <p:nvSpPr>
              <p:cNvPr id="1333" name="Google Shape;1333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334" name="Google Shape;1334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35" name="Google Shape;1335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336" name="Google Shape;1336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40"/>
          <p:cNvSpPr txBox="1"/>
          <p:nvPr>
            <p:ph hasCustomPrompt="1" type="title"/>
          </p:nvPr>
        </p:nvSpPr>
        <p:spPr>
          <a:xfrm>
            <a:off x="2358450" y="664988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39" name="Google Shape;1339;p40"/>
          <p:cNvSpPr txBox="1"/>
          <p:nvPr>
            <p:ph idx="1" type="subTitle"/>
          </p:nvPr>
        </p:nvSpPr>
        <p:spPr>
          <a:xfrm>
            <a:off x="2358450" y="1282313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40" name="Google Shape;1340;p40"/>
          <p:cNvSpPr txBox="1"/>
          <p:nvPr>
            <p:ph hasCustomPrompt="1" idx="2" type="title"/>
          </p:nvPr>
        </p:nvSpPr>
        <p:spPr>
          <a:xfrm>
            <a:off x="2358450" y="2027244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41" name="Google Shape;1341;p40"/>
          <p:cNvSpPr txBox="1"/>
          <p:nvPr>
            <p:ph idx="3" type="subTitle"/>
          </p:nvPr>
        </p:nvSpPr>
        <p:spPr>
          <a:xfrm>
            <a:off x="2358450" y="2645558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42" name="Google Shape;1342;p40"/>
          <p:cNvSpPr txBox="1"/>
          <p:nvPr>
            <p:ph hasCustomPrompt="1" idx="4" type="title"/>
          </p:nvPr>
        </p:nvSpPr>
        <p:spPr>
          <a:xfrm>
            <a:off x="2358450" y="3390475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43" name="Google Shape;1343;p40"/>
          <p:cNvSpPr txBox="1"/>
          <p:nvPr>
            <p:ph idx="5" type="subTitle"/>
          </p:nvPr>
        </p:nvSpPr>
        <p:spPr>
          <a:xfrm>
            <a:off x="2358450" y="4009779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44" name="Google Shape;1344;p40"/>
          <p:cNvSpPr/>
          <p:nvPr/>
        </p:nvSpPr>
        <p:spPr>
          <a:xfrm>
            <a:off x="6751200" y="2645550"/>
            <a:ext cx="2925000" cy="2945400"/>
          </a:xfrm>
          <a:prstGeom prst="ellipse">
            <a:avLst/>
          </a:prstGeom>
          <a:gradFill>
            <a:gsLst>
              <a:gs pos="0">
                <a:schemeClr val="lt1"/>
              </a:gs>
              <a:gs pos="18000">
                <a:schemeClr val="lt1"/>
              </a:gs>
              <a:gs pos="56000">
                <a:srgbClr val="FFFFFF">
                  <a:alpha val="0"/>
                </a:srgbClr>
              </a:gs>
              <a:gs pos="74000">
                <a:schemeClr val="lt1"/>
              </a:gs>
              <a:gs pos="100000">
                <a:srgbClr val="9900FF">
                  <a:alpha val="28627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5" name="Google Shape;1345;p40"/>
          <p:cNvGrpSpPr/>
          <p:nvPr/>
        </p:nvGrpSpPr>
        <p:grpSpPr>
          <a:xfrm rot="5400000">
            <a:off x="8359950" y="-226050"/>
            <a:ext cx="439200" cy="439100"/>
            <a:chOff x="1101075" y="2142375"/>
            <a:chExt cx="439200" cy="439100"/>
          </a:xfrm>
        </p:grpSpPr>
        <p:sp>
          <p:nvSpPr>
            <p:cNvPr id="1346" name="Google Shape;1346;p40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40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8" name="Google Shape;1348;p40"/>
          <p:cNvGrpSpPr/>
          <p:nvPr/>
        </p:nvGrpSpPr>
        <p:grpSpPr>
          <a:xfrm>
            <a:off x="-903250" y="4838101"/>
            <a:ext cx="4558967" cy="134100"/>
            <a:chOff x="796100" y="3019701"/>
            <a:chExt cx="4558967" cy="134100"/>
          </a:xfrm>
        </p:grpSpPr>
        <p:sp>
          <p:nvSpPr>
            <p:cNvPr id="1349" name="Google Shape;1349;p40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50" name="Google Shape;1350;p40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51" name="Google Shape;1351;p40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2" name="Google Shape;1352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41"/>
          <p:cNvSpPr txBox="1"/>
          <p:nvPr>
            <p:ph idx="1" type="subTitle"/>
          </p:nvPr>
        </p:nvSpPr>
        <p:spPr>
          <a:xfrm>
            <a:off x="1157250" y="1609575"/>
            <a:ext cx="4448100" cy="1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5" name="Google Shape;1355;p41"/>
          <p:cNvSpPr txBox="1"/>
          <p:nvPr>
            <p:ph type="title"/>
          </p:nvPr>
        </p:nvSpPr>
        <p:spPr>
          <a:xfrm>
            <a:off x="1157302" y="494775"/>
            <a:ext cx="51267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356" name="Google Shape;1356;p41"/>
          <p:cNvGrpSpPr/>
          <p:nvPr/>
        </p:nvGrpSpPr>
        <p:grpSpPr>
          <a:xfrm>
            <a:off x="-291585" y="-494819"/>
            <a:ext cx="1448824" cy="2238804"/>
            <a:chOff x="-308635" y="-494819"/>
            <a:chExt cx="1448824" cy="2238804"/>
          </a:xfrm>
        </p:grpSpPr>
        <p:grpSp>
          <p:nvGrpSpPr>
            <p:cNvPr id="1357" name="Google Shape;1357;p41"/>
            <p:cNvGrpSpPr/>
            <p:nvPr/>
          </p:nvGrpSpPr>
          <p:grpSpPr>
            <a:xfrm>
              <a:off x="-275757" y="-242066"/>
              <a:ext cx="981772" cy="1986051"/>
              <a:chOff x="-293545" y="3454371"/>
              <a:chExt cx="981772" cy="1986051"/>
            </a:xfrm>
          </p:grpSpPr>
          <p:sp>
            <p:nvSpPr>
              <p:cNvPr id="1358" name="Google Shape;1358;p41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9" name="Google Shape;1359;p41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60" name="Google Shape;1360;p41"/>
            <p:cNvGrpSpPr/>
            <p:nvPr/>
          </p:nvGrpSpPr>
          <p:grpSpPr>
            <a:xfrm>
              <a:off x="364499" y="794648"/>
              <a:ext cx="699940" cy="478601"/>
              <a:chOff x="39722" y="4349021"/>
              <a:chExt cx="1061964" cy="726143"/>
            </a:xfrm>
          </p:grpSpPr>
          <p:grpSp>
            <p:nvGrpSpPr>
              <p:cNvPr id="1361" name="Google Shape;1361;p41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62" name="Google Shape;1362;p4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63" name="Google Shape;1363;p41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64" name="Google Shape;1364;p4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65" name="Google Shape;1365;p4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66" name="Google Shape;1366;p4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67" name="Google Shape;1367;p4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68" name="Google Shape;1368;p4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69" name="Google Shape;1369;p4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70" name="Google Shape;1370;p41"/>
            <p:cNvGrpSpPr/>
            <p:nvPr/>
          </p:nvGrpSpPr>
          <p:grpSpPr>
            <a:xfrm rot="-5400000">
              <a:off x="-460623" y="-342832"/>
              <a:ext cx="1351491" cy="1047516"/>
              <a:chOff x="-2460210" y="2758493"/>
              <a:chExt cx="1351491" cy="1047516"/>
            </a:xfrm>
          </p:grpSpPr>
          <p:sp>
            <p:nvSpPr>
              <p:cNvPr id="1371" name="Google Shape;1371;p41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2" name="Google Shape;1372;p41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3" name="Google Shape;1373;p41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4" name="Google Shape;1374;p41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75" name="Google Shape;1375;p41"/>
            <p:cNvGrpSpPr/>
            <p:nvPr/>
          </p:nvGrpSpPr>
          <p:grpSpPr>
            <a:xfrm>
              <a:off x="440249" y="455173"/>
              <a:ext cx="699940" cy="478601"/>
              <a:chOff x="39722" y="4349021"/>
              <a:chExt cx="1061964" cy="726143"/>
            </a:xfrm>
          </p:grpSpPr>
          <p:grpSp>
            <p:nvGrpSpPr>
              <p:cNvPr id="1376" name="Google Shape;1376;p41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77" name="Google Shape;1377;p4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78" name="Google Shape;1378;p41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79" name="Google Shape;1379;p4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80" name="Google Shape;1380;p4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81" name="Google Shape;1381;p4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82" name="Google Shape;1382;p4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83" name="Google Shape;1383;p4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84" name="Google Shape;1384;p4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85" name="Google Shape;1385;p41"/>
            <p:cNvGrpSpPr/>
            <p:nvPr/>
          </p:nvGrpSpPr>
          <p:grpSpPr>
            <a:xfrm>
              <a:off x="-63826" y="511661"/>
              <a:ext cx="699940" cy="478601"/>
              <a:chOff x="39722" y="4349021"/>
              <a:chExt cx="1061964" cy="726143"/>
            </a:xfrm>
          </p:grpSpPr>
          <p:grpSp>
            <p:nvGrpSpPr>
              <p:cNvPr id="1386" name="Google Shape;1386;p41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87" name="Google Shape;1387;p4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88" name="Google Shape;1388;p41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89" name="Google Shape;1389;p4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90" name="Google Shape;1390;p4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91" name="Google Shape;1391;p4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92" name="Google Shape;1392;p4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93" name="Google Shape;1393;p4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94" name="Google Shape;1394;p4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95" name="Google Shape;1395;p41"/>
          <p:cNvGrpSpPr/>
          <p:nvPr/>
        </p:nvGrpSpPr>
        <p:grpSpPr>
          <a:xfrm>
            <a:off x="2659712" y="4275400"/>
            <a:ext cx="4952059" cy="2992224"/>
            <a:chOff x="2659712" y="4275400"/>
            <a:chExt cx="4952059" cy="2992224"/>
          </a:xfrm>
        </p:grpSpPr>
        <p:pic>
          <p:nvPicPr>
            <p:cNvPr id="1396" name="Google Shape;1396;p4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10800000">
              <a:off x="2659712" y="4275400"/>
              <a:ext cx="354905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97" name="Google Shape;1397;p41"/>
            <p:cNvGrpSpPr/>
            <p:nvPr/>
          </p:nvGrpSpPr>
          <p:grpSpPr>
            <a:xfrm rot="-5400000">
              <a:off x="3258038" y="4413859"/>
              <a:ext cx="906953" cy="1517787"/>
              <a:chOff x="79748" y="2808602"/>
              <a:chExt cx="906953" cy="1517787"/>
            </a:xfrm>
          </p:grpSpPr>
          <p:sp>
            <p:nvSpPr>
              <p:cNvPr id="1398" name="Google Shape;1398;p41"/>
              <p:cNvSpPr/>
              <p:nvPr/>
            </p:nvSpPr>
            <p:spPr>
              <a:xfrm rot="5400000">
                <a:off x="357831" y="282094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9" name="Google Shape;1399;p41"/>
              <p:cNvSpPr/>
              <p:nvPr/>
            </p:nvSpPr>
            <p:spPr>
              <a:xfrm rot="5400000">
                <a:off x="537866" y="3393994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0" name="Google Shape;1400;p41"/>
              <p:cNvSpPr/>
              <p:nvPr/>
            </p:nvSpPr>
            <p:spPr>
              <a:xfrm rot="5400000">
                <a:off x="67406" y="3278257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1" name="Google Shape;1401;p41"/>
              <p:cNvSpPr/>
              <p:nvPr/>
            </p:nvSpPr>
            <p:spPr>
              <a:xfrm rot="5400000">
                <a:off x="417006" y="375669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2" name="Google Shape;1402;p41"/>
            <p:cNvGrpSpPr/>
            <p:nvPr/>
          </p:nvGrpSpPr>
          <p:grpSpPr>
            <a:xfrm rot="5400000">
              <a:off x="5484569" y="3756062"/>
              <a:ext cx="1421047" cy="2833357"/>
              <a:chOff x="334358" y="2186737"/>
              <a:chExt cx="1421047" cy="2833357"/>
            </a:xfrm>
          </p:grpSpPr>
          <p:sp>
            <p:nvSpPr>
              <p:cNvPr id="1403" name="Google Shape;1403;p41"/>
              <p:cNvSpPr/>
              <p:nvPr/>
            </p:nvSpPr>
            <p:spPr>
              <a:xfrm rot="10800000">
                <a:off x="334358" y="2186737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404" name="Google Shape;1404;p41"/>
              <p:cNvGrpSpPr/>
              <p:nvPr/>
            </p:nvGrpSpPr>
            <p:grpSpPr>
              <a:xfrm rot="5400000">
                <a:off x="1046250" y="3181856"/>
                <a:ext cx="161977" cy="161940"/>
                <a:chOff x="1101075" y="2142375"/>
                <a:chExt cx="439200" cy="439100"/>
              </a:xfrm>
            </p:grpSpPr>
            <p:sp>
              <p:nvSpPr>
                <p:cNvPr id="1405" name="Google Shape;1405;p4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6" name="Google Shape;1406;p4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07" name="Google Shape;1407;p41"/>
              <p:cNvGrpSpPr/>
              <p:nvPr/>
            </p:nvGrpSpPr>
            <p:grpSpPr>
              <a:xfrm rot="-5400000">
                <a:off x="628029" y="45642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408" name="Google Shape;1408;p4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9" name="Google Shape;1409;p4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410" name="Google Shape;1410;p41"/>
          <p:cNvSpPr txBox="1"/>
          <p:nvPr/>
        </p:nvSpPr>
        <p:spPr>
          <a:xfrm>
            <a:off x="1157300" y="3476950"/>
            <a:ext cx="53202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iw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 </a:t>
            </a:r>
            <a:r>
              <a:rPr lang="iw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presentation template was created by </a:t>
            </a:r>
            <a:r>
              <a:rPr b="1" lang="iw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iw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icons, infographics &amp; images by</a:t>
            </a:r>
            <a:r>
              <a:rPr b="1" lang="iw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iw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iw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2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1" name="Google Shape;1411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3" name="Google Shape;1413;p42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414" name="Google Shape;1414;p42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415" name="Google Shape;1415;p42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42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42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8" name="Google Shape;1418;p42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19" name="Google Shape;1419;p42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420" name="Google Shape;1420;p42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421" name="Google Shape;1421;p42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422" name="Google Shape;1422;p42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23" name="Google Shape;1423;p42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24" name="Google Shape;1424;p42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425" name="Google Shape;1425;p42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26" name="Google Shape;1426;p42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427" name="Google Shape;1427;p42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8" name="Google Shape;1428;p42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429" name="Google Shape;1429;p42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30" name="Google Shape;1430;p4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1" name="Google Shape;1431;p42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32" name="Google Shape;1432;p42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433" name="Google Shape;1433;p4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4" name="Google Shape;1434;p4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5" name="Google Shape;1435;p4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4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4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8" name="Google Shape;1438;p4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9" name="Google Shape;1439;p4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0" name="Google Shape;1440;p42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441" name="Google Shape;1441;p4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4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4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4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4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6" name="Google Shape;1446;p4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7" name="Google Shape;1447;p4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48" name="Google Shape;1448;p42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449" name="Google Shape;1449;p42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42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1" name="Google Shape;1451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3" name="Google Shape;1453;p43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454" name="Google Shape;1454;p4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55" name="Google Shape;1455;p43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456" name="Google Shape;1456;p43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457" name="Google Shape;1457;p43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458" name="Google Shape;1458;p4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9" name="Google Shape;1459;p4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460" name="Google Shape;1460;p43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461" name="Google Shape;1461;p43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43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3" name="Google Shape;1463;p43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464" name="Google Shape;1464;p4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5" name="Google Shape;1465;p43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66" name="Google Shape;1466;p43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467" name="Google Shape;1467;p43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68" name="Google Shape;1468;p43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9" name="Google Shape;1469;p43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0" name="Google Shape;1470;p43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1" name="Google Shape;1471;p43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2" name="Google Shape;1472;p43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3" name="Google Shape;1473;p43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4" name="Google Shape;1474;p43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75" name="Google Shape;1475;p43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76" name="Google Shape;1476;p43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7" name="Google Shape;1477;p43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8" name="Google Shape;1478;p43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9" name="Google Shape;1479;p43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0" name="Google Shape;1480;p43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1" name="Google Shape;1481;p43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2" name="Google Shape;1482;p43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83" name="Google Shape;1483;p43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84" name="Google Shape;1484;p43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5" name="Google Shape;1485;p43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6" name="Google Shape;1486;p43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7" name="Google Shape;1487;p43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8" name="Google Shape;1488;p43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9" name="Google Shape;1489;p43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0" name="Google Shape;1490;p43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491" name="Google Shape;1491;p43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92" name="Google Shape;1492;p43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493" name="Google Shape;1493;p43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94" name="Google Shape;1494;p43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95" name="Google Shape;1495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theme" Target="../theme/theme3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google.com/document/d/1-8_YIwoI9ISmEXnX_25S8BWQyQBqyd_7PSPpHw-FNSw/edit?tab=t.0#heading=h.prh5of5uoy8v" TargetMode="External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44"/>
          <p:cNvSpPr txBox="1"/>
          <p:nvPr>
            <p:ph idx="1" type="subTitle"/>
          </p:nvPr>
        </p:nvSpPr>
        <p:spPr>
          <a:xfrm>
            <a:off x="1096850" y="3376875"/>
            <a:ext cx="4882500" cy="14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w" sz="1400">
                <a:solidFill>
                  <a:srgbClr val="333333"/>
                </a:solidFill>
              </a:rPr>
              <a:t>Adar Budomski 206539363</a:t>
            </a:r>
            <a:endParaRPr sz="1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w" sz="1400">
                <a:solidFill>
                  <a:srgbClr val="333333"/>
                </a:solidFill>
              </a:rPr>
              <a:t>Shoval Ben Shushan 207502428</a:t>
            </a:r>
            <a:endParaRPr sz="1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1400">
                <a:solidFill>
                  <a:srgbClr val="333333"/>
                </a:solidFill>
              </a:rPr>
              <a:t>Supervisor: Dr.Dvora Toledano-Kitai</a:t>
            </a:r>
            <a:endParaRPr sz="1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iw" sz="1200">
                <a:solidFill>
                  <a:srgbClr val="333333"/>
                </a:solidFill>
              </a:rPr>
              <a:t>Project number: 25-2-R-1</a:t>
            </a:r>
            <a:endParaRPr b="1" sz="1200"/>
          </a:p>
        </p:txBody>
      </p:sp>
      <p:sp>
        <p:nvSpPr>
          <p:cNvPr id="1501" name="Google Shape;1501;p44"/>
          <p:cNvSpPr txBox="1"/>
          <p:nvPr>
            <p:ph type="ctrTitle"/>
          </p:nvPr>
        </p:nvSpPr>
        <p:spPr>
          <a:xfrm>
            <a:off x="673875" y="968725"/>
            <a:ext cx="7770300" cy="23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2800"/>
              <a:t>Lorentzian Anomaly Attention (LAA): </a:t>
            </a:r>
            <a:endParaRPr sz="2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w" sz="2800">
                <a:solidFill>
                  <a:srgbClr val="333333"/>
                </a:solidFill>
              </a:rPr>
              <a:t>A Self-Attentive Approach to Citation Networks</a:t>
            </a:r>
            <a:endParaRPr/>
          </a:p>
        </p:txBody>
      </p:sp>
      <p:grpSp>
        <p:nvGrpSpPr>
          <p:cNvPr id="1502" name="Google Shape;1502;p44"/>
          <p:cNvGrpSpPr/>
          <p:nvPr/>
        </p:nvGrpSpPr>
        <p:grpSpPr>
          <a:xfrm>
            <a:off x="1096850" y="3242811"/>
            <a:ext cx="3936683" cy="134070"/>
            <a:chOff x="1096850" y="3242811"/>
            <a:chExt cx="3936683" cy="134070"/>
          </a:xfrm>
        </p:grpSpPr>
        <p:cxnSp>
          <p:nvCxnSpPr>
            <p:cNvPr id="1503" name="Google Shape;1503;p44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04" name="Google Shape;1504;p44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505" name="Google Shape;1505;p44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44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507" name="Google Shape;150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7626" y="80597"/>
            <a:ext cx="3504725" cy="828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Motivation &amp; Project Need</a:t>
            </a:r>
            <a:endParaRPr/>
          </a:p>
        </p:txBody>
      </p:sp>
      <p:sp>
        <p:nvSpPr>
          <p:cNvPr id="1513" name="Google Shape;1513;p45"/>
          <p:cNvSpPr txBox="1"/>
          <p:nvPr/>
        </p:nvSpPr>
        <p:spPr>
          <a:xfrm>
            <a:off x="1180500" y="1165416"/>
            <a:ext cx="3086700" cy="8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Citation networks are dynamic and rapidly evolving</a:t>
            </a:r>
            <a:br>
              <a:rPr b="1" lang="iw" sz="1100"/>
            </a:b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4" name="Google Shape;1514;p45"/>
          <p:cNvSpPr txBox="1"/>
          <p:nvPr/>
        </p:nvSpPr>
        <p:spPr>
          <a:xfrm>
            <a:off x="5165300" y="1165416"/>
            <a:ext cx="2502900" cy="8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Citation patterns may exhibit early peaks, delayed impact, or sudden drops</a:t>
            </a:r>
            <a:br>
              <a:rPr b="1" lang="iw" sz="1100"/>
            </a:b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5" name="Google Shape;1515;p45"/>
          <p:cNvSpPr txBox="1"/>
          <p:nvPr/>
        </p:nvSpPr>
        <p:spPr>
          <a:xfrm>
            <a:off x="1180500" y="2609943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Existing approaches are largely static and Euclidean-based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6" name="Google Shape;1516;p45"/>
          <p:cNvSpPr txBox="1"/>
          <p:nvPr/>
        </p:nvSpPr>
        <p:spPr>
          <a:xfrm>
            <a:off x="5165300" y="2502243"/>
            <a:ext cx="23712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Manual analysis is impractical due to scale and growth rate</a:t>
            </a:r>
            <a:br>
              <a:rPr lang="iw" sz="1100"/>
            </a:b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517" name="Google Shape;1517;p45"/>
          <p:cNvGrpSpPr/>
          <p:nvPr/>
        </p:nvGrpSpPr>
        <p:grpSpPr>
          <a:xfrm>
            <a:off x="729601" y="1421362"/>
            <a:ext cx="374709" cy="374010"/>
            <a:chOff x="1421638" y="4125629"/>
            <a:chExt cx="374709" cy="374010"/>
          </a:xfrm>
        </p:grpSpPr>
        <p:sp>
          <p:nvSpPr>
            <p:cNvPr id="1518" name="Google Shape;1518;p45"/>
            <p:cNvSpPr/>
            <p:nvPr/>
          </p:nvSpPr>
          <p:spPr>
            <a:xfrm>
              <a:off x="1421638" y="4265954"/>
              <a:ext cx="374709" cy="233685"/>
            </a:xfrm>
            <a:custGeom>
              <a:rect b="b" l="l" r="r" t="t"/>
              <a:pathLst>
                <a:path extrusionOk="0" h="7359" w="1180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45"/>
            <p:cNvSpPr/>
            <p:nvPr/>
          </p:nvSpPr>
          <p:spPr>
            <a:xfrm>
              <a:off x="1428052" y="4125629"/>
              <a:ext cx="356958" cy="215585"/>
            </a:xfrm>
            <a:custGeom>
              <a:rect b="b" l="l" r="r" t="t"/>
              <a:pathLst>
                <a:path extrusionOk="0" h="6789" w="11241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0" name="Google Shape;1520;p45"/>
          <p:cNvGrpSpPr/>
          <p:nvPr/>
        </p:nvGrpSpPr>
        <p:grpSpPr>
          <a:xfrm>
            <a:off x="4784201" y="1411811"/>
            <a:ext cx="284847" cy="373627"/>
            <a:chOff x="1805901" y="1960358"/>
            <a:chExt cx="284847" cy="373627"/>
          </a:xfrm>
        </p:grpSpPr>
        <p:sp>
          <p:nvSpPr>
            <p:cNvPr id="1521" name="Google Shape;1521;p45"/>
            <p:cNvSpPr/>
            <p:nvPr/>
          </p:nvSpPr>
          <p:spPr>
            <a:xfrm>
              <a:off x="1805901" y="1960358"/>
              <a:ext cx="284847" cy="373627"/>
            </a:xfrm>
            <a:custGeom>
              <a:rect b="b" l="l" r="r" t="t"/>
              <a:pathLst>
                <a:path extrusionOk="0" h="11729" w="8942">
                  <a:moveTo>
                    <a:pt x="8525" y="9395"/>
                  </a:moveTo>
                  <a:lnTo>
                    <a:pt x="8525" y="9764"/>
                  </a:lnTo>
                  <a:lnTo>
                    <a:pt x="3358" y="9764"/>
                  </a:lnTo>
                  <a:cubicBezTo>
                    <a:pt x="3239" y="9764"/>
                    <a:pt x="3155" y="9859"/>
                    <a:pt x="3155" y="9978"/>
                  </a:cubicBezTo>
                  <a:cubicBezTo>
                    <a:pt x="3155" y="10097"/>
                    <a:pt x="3239" y="10180"/>
                    <a:pt x="3358" y="10180"/>
                  </a:cubicBezTo>
                  <a:lnTo>
                    <a:pt x="8525" y="10180"/>
                  </a:lnTo>
                  <a:lnTo>
                    <a:pt x="8525" y="10490"/>
                  </a:lnTo>
                  <a:lnTo>
                    <a:pt x="6775" y="10490"/>
                  </a:lnTo>
                  <a:cubicBezTo>
                    <a:pt x="6656" y="10490"/>
                    <a:pt x="6561" y="10585"/>
                    <a:pt x="6561" y="10704"/>
                  </a:cubicBezTo>
                  <a:cubicBezTo>
                    <a:pt x="6561" y="10823"/>
                    <a:pt x="6656" y="10907"/>
                    <a:pt x="6775" y="10907"/>
                  </a:cubicBezTo>
                  <a:lnTo>
                    <a:pt x="8525" y="10907"/>
                  </a:lnTo>
                  <a:lnTo>
                    <a:pt x="8525" y="11264"/>
                  </a:lnTo>
                  <a:lnTo>
                    <a:pt x="1381" y="11264"/>
                  </a:lnTo>
                  <a:cubicBezTo>
                    <a:pt x="857" y="11264"/>
                    <a:pt x="441" y="10847"/>
                    <a:pt x="441" y="10335"/>
                  </a:cubicBezTo>
                  <a:cubicBezTo>
                    <a:pt x="441" y="10073"/>
                    <a:pt x="548" y="9835"/>
                    <a:pt x="715" y="9657"/>
                  </a:cubicBezTo>
                  <a:cubicBezTo>
                    <a:pt x="893" y="9478"/>
                    <a:pt x="1131" y="9395"/>
                    <a:pt x="1381" y="9395"/>
                  </a:cubicBezTo>
                  <a:close/>
                  <a:moveTo>
                    <a:pt x="1369" y="1"/>
                  </a:moveTo>
                  <a:cubicBezTo>
                    <a:pt x="619" y="1"/>
                    <a:pt x="0" y="620"/>
                    <a:pt x="0" y="1370"/>
                  </a:cubicBezTo>
                  <a:lnTo>
                    <a:pt x="0" y="10359"/>
                  </a:lnTo>
                  <a:cubicBezTo>
                    <a:pt x="0" y="11109"/>
                    <a:pt x="607" y="11728"/>
                    <a:pt x="1369" y="11728"/>
                  </a:cubicBezTo>
                  <a:lnTo>
                    <a:pt x="8739" y="11728"/>
                  </a:lnTo>
                  <a:cubicBezTo>
                    <a:pt x="8858" y="11728"/>
                    <a:pt x="8942" y="11645"/>
                    <a:pt x="8942" y="11526"/>
                  </a:cubicBezTo>
                  <a:lnTo>
                    <a:pt x="8942" y="2191"/>
                  </a:lnTo>
                  <a:cubicBezTo>
                    <a:pt x="8942" y="2072"/>
                    <a:pt x="8858" y="1989"/>
                    <a:pt x="8739" y="1989"/>
                  </a:cubicBezTo>
                  <a:cubicBezTo>
                    <a:pt x="8620" y="1989"/>
                    <a:pt x="8525" y="2072"/>
                    <a:pt x="8525" y="2191"/>
                  </a:cubicBezTo>
                  <a:lnTo>
                    <a:pt x="8525" y="8990"/>
                  </a:lnTo>
                  <a:lnTo>
                    <a:pt x="1596" y="8990"/>
                  </a:lnTo>
                  <a:lnTo>
                    <a:pt x="1596" y="7787"/>
                  </a:lnTo>
                  <a:cubicBezTo>
                    <a:pt x="1596" y="7668"/>
                    <a:pt x="1500" y="7585"/>
                    <a:pt x="1381" y="7585"/>
                  </a:cubicBezTo>
                  <a:cubicBezTo>
                    <a:pt x="1262" y="7585"/>
                    <a:pt x="1179" y="7668"/>
                    <a:pt x="1179" y="7787"/>
                  </a:cubicBezTo>
                  <a:lnTo>
                    <a:pt x="1179" y="9002"/>
                  </a:lnTo>
                  <a:cubicBezTo>
                    <a:pt x="905" y="9049"/>
                    <a:pt x="655" y="9168"/>
                    <a:pt x="441" y="9359"/>
                  </a:cubicBezTo>
                  <a:lnTo>
                    <a:pt x="441" y="1370"/>
                  </a:lnTo>
                  <a:cubicBezTo>
                    <a:pt x="441" y="929"/>
                    <a:pt x="762" y="548"/>
                    <a:pt x="1179" y="465"/>
                  </a:cubicBezTo>
                  <a:lnTo>
                    <a:pt x="1179" y="7109"/>
                  </a:lnTo>
                  <a:cubicBezTo>
                    <a:pt x="1179" y="7228"/>
                    <a:pt x="1262" y="7311"/>
                    <a:pt x="1381" y="7311"/>
                  </a:cubicBezTo>
                  <a:cubicBezTo>
                    <a:pt x="1500" y="7311"/>
                    <a:pt x="1596" y="7216"/>
                    <a:pt x="1596" y="7109"/>
                  </a:cubicBezTo>
                  <a:lnTo>
                    <a:pt x="1596" y="441"/>
                  </a:lnTo>
                  <a:lnTo>
                    <a:pt x="8525" y="441"/>
                  </a:lnTo>
                  <a:lnTo>
                    <a:pt x="8525" y="1489"/>
                  </a:lnTo>
                  <a:cubicBezTo>
                    <a:pt x="8525" y="1608"/>
                    <a:pt x="8620" y="1703"/>
                    <a:pt x="8739" y="1703"/>
                  </a:cubicBezTo>
                  <a:cubicBezTo>
                    <a:pt x="8847" y="1703"/>
                    <a:pt x="8942" y="1608"/>
                    <a:pt x="8942" y="1489"/>
                  </a:cubicBezTo>
                  <a:lnTo>
                    <a:pt x="8942" y="215"/>
                  </a:lnTo>
                  <a:cubicBezTo>
                    <a:pt x="8942" y="96"/>
                    <a:pt x="8847" y="1"/>
                    <a:pt x="873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45"/>
            <p:cNvSpPr/>
            <p:nvPr/>
          </p:nvSpPr>
          <p:spPr>
            <a:xfrm>
              <a:off x="1841929" y="2295249"/>
              <a:ext cx="165773" cy="13315"/>
            </a:xfrm>
            <a:custGeom>
              <a:rect b="b" l="l" r="r" t="t"/>
              <a:pathLst>
                <a:path extrusionOk="0" h="418" w="5204">
                  <a:moveTo>
                    <a:pt x="203" y="1"/>
                  </a:moveTo>
                  <a:cubicBezTo>
                    <a:pt x="84" y="1"/>
                    <a:pt x="0" y="84"/>
                    <a:pt x="0" y="203"/>
                  </a:cubicBezTo>
                  <a:cubicBezTo>
                    <a:pt x="0" y="322"/>
                    <a:pt x="84" y="418"/>
                    <a:pt x="203" y="418"/>
                  </a:cubicBezTo>
                  <a:lnTo>
                    <a:pt x="5001" y="418"/>
                  </a:lnTo>
                  <a:cubicBezTo>
                    <a:pt x="5120" y="418"/>
                    <a:pt x="5203" y="322"/>
                    <a:pt x="5203" y="203"/>
                  </a:cubicBezTo>
                  <a:cubicBezTo>
                    <a:pt x="5203" y="84"/>
                    <a:pt x="5120" y="1"/>
                    <a:pt x="500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3" name="Google Shape;1523;p45"/>
          <p:cNvGrpSpPr/>
          <p:nvPr/>
        </p:nvGrpSpPr>
        <p:grpSpPr>
          <a:xfrm>
            <a:off x="737914" y="2866590"/>
            <a:ext cx="358069" cy="317995"/>
            <a:chOff x="3584280" y="3699191"/>
            <a:chExt cx="358069" cy="317995"/>
          </a:xfrm>
        </p:grpSpPr>
        <p:sp>
          <p:nvSpPr>
            <p:cNvPr id="1524" name="Google Shape;1524;p45"/>
            <p:cNvSpPr/>
            <p:nvPr/>
          </p:nvSpPr>
          <p:spPr>
            <a:xfrm>
              <a:off x="3584280" y="3699191"/>
              <a:ext cx="358069" cy="317995"/>
            </a:xfrm>
            <a:custGeom>
              <a:rect b="b" l="l" r="r" t="t"/>
              <a:pathLst>
                <a:path extrusionOk="0" h="10014" w="11276">
                  <a:moveTo>
                    <a:pt x="5644" y="1"/>
                  </a:moveTo>
                  <a:cubicBezTo>
                    <a:pt x="5203" y="1"/>
                    <a:pt x="4810" y="227"/>
                    <a:pt x="4596" y="620"/>
                  </a:cubicBezTo>
                  <a:lnTo>
                    <a:pt x="822" y="7168"/>
                  </a:lnTo>
                  <a:cubicBezTo>
                    <a:pt x="774" y="7240"/>
                    <a:pt x="798" y="7347"/>
                    <a:pt x="881" y="7395"/>
                  </a:cubicBezTo>
                  <a:cubicBezTo>
                    <a:pt x="903" y="7406"/>
                    <a:pt x="929" y="7411"/>
                    <a:pt x="955" y="7411"/>
                  </a:cubicBezTo>
                  <a:cubicBezTo>
                    <a:pt x="1012" y="7411"/>
                    <a:pt x="1071" y="7384"/>
                    <a:pt x="1096" y="7335"/>
                  </a:cubicBezTo>
                  <a:lnTo>
                    <a:pt x="4882" y="787"/>
                  </a:lnTo>
                  <a:cubicBezTo>
                    <a:pt x="5049" y="513"/>
                    <a:pt x="5322" y="346"/>
                    <a:pt x="5644" y="346"/>
                  </a:cubicBezTo>
                  <a:cubicBezTo>
                    <a:pt x="5953" y="346"/>
                    <a:pt x="6239" y="513"/>
                    <a:pt x="6394" y="787"/>
                  </a:cubicBezTo>
                  <a:lnTo>
                    <a:pt x="10775" y="8359"/>
                  </a:lnTo>
                  <a:cubicBezTo>
                    <a:pt x="10942" y="8621"/>
                    <a:pt x="10942" y="8954"/>
                    <a:pt x="10775" y="9240"/>
                  </a:cubicBezTo>
                  <a:cubicBezTo>
                    <a:pt x="10609" y="9502"/>
                    <a:pt x="10323" y="9669"/>
                    <a:pt x="10013" y="9669"/>
                  </a:cubicBezTo>
                  <a:lnTo>
                    <a:pt x="1262" y="9669"/>
                  </a:lnTo>
                  <a:cubicBezTo>
                    <a:pt x="953" y="9669"/>
                    <a:pt x="667" y="9502"/>
                    <a:pt x="500" y="9240"/>
                  </a:cubicBezTo>
                  <a:cubicBezTo>
                    <a:pt x="346" y="8966"/>
                    <a:pt x="346" y="8645"/>
                    <a:pt x="500" y="8359"/>
                  </a:cubicBezTo>
                  <a:lnTo>
                    <a:pt x="774" y="7895"/>
                  </a:lnTo>
                  <a:cubicBezTo>
                    <a:pt x="822" y="7823"/>
                    <a:pt x="786" y="7716"/>
                    <a:pt x="715" y="7668"/>
                  </a:cubicBezTo>
                  <a:cubicBezTo>
                    <a:pt x="693" y="7657"/>
                    <a:pt x="667" y="7652"/>
                    <a:pt x="641" y="7652"/>
                  </a:cubicBezTo>
                  <a:cubicBezTo>
                    <a:pt x="583" y="7652"/>
                    <a:pt x="521" y="7679"/>
                    <a:pt x="488" y="7728"/>
                  </a:cubicBezTo>
                  <a:lnTo>
                    <a:pt x="227" y="8192"/>
                  </a:lnTo>
                  <a:cubicBezTo>
                    <a:pt x="0" y="8561"/>
                    <a:pt x="0" y="9026"/>
                    <a:pt x="227" y="9395"/>
                  </a:cubicBezTo>
                  <a:cubicBezTo>
                    <a:pt x="441" y="9776"/>
                    <a:pt x="834" y="10014"/>
                    <a:pt x="1262" y="10014"/>
                  </a:cubicBezTo>
                  <a:lnTo>
                    <a:pt x="10013" y="10014"/>
                  </a:lnTo>
                  <a:cubicBezTo>
                    <a:pt x="10442" y="10014"/>
                    <a:pt x="10847" y="9788"/>
                    <a:pt x="11061" y="9395"/>
                  </a:cubicBezTo>
                  <a:cubicBezTo>
                    <a:pt x="11276" y="9026"/>
                    <a:pt x="11276" y="8585"/>
                    <a:pt x="11061" y="8192"/>
                  </a:cubicBezTo>
                  <a:lnTo>
                    <a:pt x="6680" y="620"/>
                  </a:lnTo>
                  <a:cubicBezTo>
                    <a:pt x="6453" y="251"/>
                    <a:pt x="6072" y="1"/>
                    <a:pt x="564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45"/>
            <p:cNvSpPr/>
            <p:nvPr/>
          </p:nvSpPr>
          <p:spPr>
            <a:xfrm>
              <a:off x="3613400" y="3727167"/>
              <a:ext cx="299831" cy="261661"/>
            </a:xfrm>
            <a:custGeom>
              <a:rect b="b" l="l" r="r" t="t"/>
              <a:pathLst>
                <a:path extrusionOk="0" h="8240" w="9442">
                  <a:moveTo>
                    <a:pt x="4727" y="358"/>
                  </a:moveTo>
                  <a:lnTo>
                    <a:pt x="9085" y="7907"/>
                  </a:lnTo>
                  <a:lnTo>
                    <a:pt x="381" y="7907"/>
                  </a:lnTo>
                  <a:lnTo>
                    <a:pt x="4727" y="358"/>
                  </a:lnTo>
                  <a:close/>
                  <a:moveTo>
                    <a:pt x="4727" y="1"/>
                  </a:moveTo>
                  <a:cubicBezTo>
                    <a:pt x="4608" y="1"/>
                    <a:pt x="4501" y="60"/>
                    <a:pt x="4441" y="168"/>
                  </a:cubicBezTo>
                  <a:lnTo>
                    <a:pt x="60" y="7740"/>
                  </a:lnTo>
                  <a:cubicBezTo>
                    <a:pt x="0" y="7847"/>
                    <a:pt x="0" y="7966"/>
                    <a:pt x="60" y="8073"/>
                  </a:cubicBezTo>
                  <a:cubicBezTo>
                    <a:pt x="119" y="8192"/>
                    <a:pt x="226" y="8240"/>
                    <a:pt x="345" y="8240"/>
                  </a:cubicBezTo>
                  <a:lnTo>
                    <a:pt x="9096" y="8240"/>
                  </a:lnTo>
                  <a:cubicBezTo>
                    <a:pt x="9216" y="8240"/>
                    <a:pt x="9323" y="8180"/>
                    <a:pt x="9382" y="8073"/>
                  </a:cubicBezTo>
                  <a:cubicBezTo>
                    <a:pt x="9442" y="7966"/>
                    <a:pt x="9442" y="7847"/>
                    <a:pt x="9382" y="7740"/>
                  </a:cubicBezTo>
                  <a:lnTo>
                    <a:pt x="5001" y="168"/>
                  </a:lnTo>
                  <a:cubicBezTo>
                    <a:pt x="4941" y="60"/>
                    <a:pt x="4846" y="1"/>
                    <a:pt x="472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45"/>
            <p:cNvSpPr/>
            <p:nvPr/>
          </p:nvSpPr>
          <p:spPr>
            <a:xfrm>
              <a:off x="3735879" y="3910171"/>
              <a:ext cx="54873" cy="54841"/>
            </a:xfrm>
            <a:custGeom>
              <a:rect b="b" l="l" r="r" t="t"/>
              <a:pathLst>
                <a:path extrusionOk="0" h="1727" w="1728">
                  <a:moveTo>
                    <a:pt x="870" y="322"/>
                  </a:moveTo>
                  <a:cubicBezTo>
                    <a:pt x="1168" y="322"/>
                    <a:pt x="1406" y="572"/>
                    <a:pt x="1406" y="870"/>
                  </a:cubicBezTo>
                  <a:cubicBezTo>
                    <a:pt x="1406" y="1167"/>
                    <a:pt x="1168" y="1405"/>
                    <a:pt x="870" y="1405"/>
                  </a:cubicBezTo>
                  <a:cubicBezTo>
                    <a:pt x="572" y="1405"/>
                    <a:pt x="334" y="1167"/>
                    <a:pt x="334" y="870"/>
                  </a:cubicBezTo>
                  <a:cubicBezTo>
                    <a:pt x="334" y="572"/>
                    <a:pt x="572" y="322"/>
                    <a:pt x="870" y="322"/>
                  </a:cubicBezTo>
                  <a:close/>
                  <a:moveTo>
                    <a:pt x="870" y="0"/>
                  </a:moveTo>
                  <a:cubicBezTo>
                    <a:pt x="394" y="0"/>
                    <a:pt x="1" y="393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3"/>
                    <a:pt x="1346" y="0"/>
                    <a:pt x="87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45"/>
            <p:cNvSpPr/>
            <p:nvPr/>
          </p:nvSpPr>
          <p:spPr>
            <a:xfrm>
              <a:off x="3738896" y="3788422"/>
              <a:ext cx="49188" cy="114604"/>
            </a:xfrm>
            <a:custGeom>
              <a:rect b="b" l="l" r="r" t="t"/>
              <a:pathLst>
                <a:path extrusionOk="0" h="3609" w="1549">
                  <a:moveTo>
                    <a:pt x="572" y="1"/>
                  </a:moveTo>
                  <a:cubicBezTo>
                    <a:pt x="263" y="1"/>
                    <a:pt x="1" y="251"/>
                    <a:pt x="1" y="572"/>
                  </a:cubicBezTo>
                  <a:lnTo>
                    <a:pt x="1" y="3037"/>
                  </a:lnTo>
                  <a:cubicBezTo>
                    <a:pt x="1" y="3346"/>
                    <a:pt x="263" y="3608"/>
                    <a:pt x="572" y="3608"/>
                  </a:cubicBezTo>
                  <a:lnTo>
                    <a:pt x="965" y="3608"/>
                  </a:lnTo>
                  <a:cubicBezTo>
                    <a:pt x="1275" y="3608"/>
                    <a:pt x="1549" y="3358"/>
                    <a:pt x="1549" y="3037"/>
                  </a:cubicBezTo>
                  <a:lnTo>
                    <a:pt x="1549" y="1560"/>
                  </a:lnTo>
                  <a:cubicBezTo>
                    <a:pt x="1549" y="1465"/>
                    <a:pt x="1465" y="1394"/>
                    <a:pt x="1382" y="1394"/>
                  </a:cubicBezTo>
                  <a:cubicBezTo>
                    <a:pt x="1287" y="1394"/>
                    <a:pt x="1215" y="1465"/>
                    <a:pt x="1215" y="1560"/>
                  </a:cubicBezTo>
                  <a:lnTo>
                    <a:pt x="1215" y="3037"/>
                  </a:lnTo>
                  <a:cubicBezTo>
                    <a:pt x="1215" y="3168"/>
                    <a:pt x="1108" y="3275"/>
                    <a:pt x="977" y="3275"/>
                  </a:cubicBezTo>
                  <a:lnTo>
                    <a:pt x="584" y="3275"/>
                  </a:lnTo>
                  <a:cubicBezTo>
                    <a:pt x="453" y="3275"/>
                    <a:pt x="346" y="3168"/>
                    <a:pt x="346" y="3037"/>
                  </a:cubicBezTo>
                  <a:lnTo>
                    <a:pt x="346" y="572"/>
                  </a:lnTo>
                  <a:cubicBezTo>
                    <a:pt x="346" y="441"/>
                    <a:pt x="453" y="334"/>
                    <a:pt x="584" y="334"/>
                  </a:cubicBezTo>
                  <a:lnTo>
                    <a:pt x="977" y="334"/>
                  </a:lnTo>
                  <a:cubicBezTo>
                    <a:pt x="1108" y="334"/>
                    <a:pt x="1215" y="441"/>
                    <a:pt x="1215" y="572"/>
                  </a:cubicBezTo>
                  <a:lnTo>
                    <a:pt x="1215" y="906"/>
                  </a:lnTo>
                  <a:cubicBezTo>
                    <a:pt x="1215" y="989"/>
                    <a:pt x="1287" y="1072"/>
                    <a:pt x="1382" y="1072"/>
                  </a:cubicBezTo>
                  <a:cubicBezTo>
                    <a:pt x="1465" y="1072"/>
                    <a:pt x="1549" y="989"/>
                    <a:pt x="1549" y="906"/>
                  </a:cubicBezTo>
                  <a:lnTo>
                    <a:pt x="1549" y="572"/>
                  </a:lnTo>
                  <a:cubicBezTo>
                    <a:pt x="1549" y="263"/>
                    <a:pt x="1287" y="1"/>
                    <a:pt x="96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8" name="Google Shape;1528;p45"/>
          <p:cNvSpPr/>
          <p:nvPr/>
        </p:nvSpPr>
        <p:spPr>
          <a:xfrm>
            <a:off x="2806751" y="3920787"/>
            <a:ext cx="372159" cy="372159"/>
          </a:xfrm>
          <a:custGeom>
            <a:rect b="b" l="l" r="r" t="t"/>
            <a:pathLst>
              <a:path extrusionOk="0" h="11693" w="11693">
                <a:moveTo>
                  <a:pt x="10252" y="584"/>
                </a:moveTo>
                <a:lnTo>
                  <a:pt x="10252" y="1263"/>
                </a:lnTo>
                <a:cubicBezTo>
                  <a:pt x="10252" y="1358"/>
                  <a:pt x="10323" y="1429"/>
                  <a:pt x="10406" y="1429"/>
                </a:cubicBezTo>
                <a:lnTo>
                  <a:pt x="11097" y="1429"/>
                </a:lnTo>
                <a:lnTo>
                  <a:pt x="9609" y="2918"/>
                </a:lnTo>
                <a:lnTo>
                  <a:pt x="9001" y="2918"/>
                </a:lnTo>
                <a:lnTo>
                  <a:pt x="9978" y="1941"/>
                </a:lnTo>
                <a:cubicBezTo>
                  <a:pt x="10037" y="1882"/>
                  <a:pt x="10037" y="1751"/>
                  <a:pt x="9978" y="1691"/>
                </a:cubicBezTo>
                <a:cubicBezTo>
                  <a:pt x="9948" y="1667"/>
                  <a:pt x="9903" y="1656"/>
                  <a:pt x="9859" y="1656"/>
                </a:cubicBezTo>
                <a:cubicBezTo>
                  <a:pt x="9814" y="1656"/>
                  <a:pt x="9769" y="1667"/>
                  <a:pt x="9740" y="1691"/>
                </a:cubicBezTo>
                <a:lnTo>
                  <a:pt x="8763" y="2679"/>
                </a:lnTo>
                <a:lnTo>
                  <a:pt x="8763" y="2072"/>
                </a:lnTo>
                <a:lnTo>
                  <a:pt x="10252" y="584"/>
                </a:lnTo>
                <a:close/>
                <a:moveTo>
                  <a:pt x="4739" y="2537"/>
                </a:moveTo>
                <a:cubicBezTo>
                  <a:pt x="5894" y="2537"/>
                  <a:pt x="6942" y="2977"/>
                  <a:pt x="7739" y="3703"/>
                </a:cubicBezTo>
                <a:lnTo>
                  <a:pt x="4620" y="6811"/>
                </a:lnTo>
                <a:cubicBezTo>
                  <a:pt x="4560" y="6870"/>
                  <a:pt x="4560" y="7001"/>
                  <a:pt x="4620" y="7049"/>
                </a:cubicBezTo>
                <a:cubicBezTo>
                  <a:pt x="4656" y="7085"/>
                  <a:pt x="4703" y="7097"/>
                  <a:pt x="4739" y="7097"/>
                </a:cubicBezTo>
                <a:cubicBezTo>
                  <a:pt x="4787" y="7097"/>
                  <a:pt x="4834" y="7085"/>
                  <a:pt x="4858" y="7049"/>
                </a:cubicBezTo>
                <a:lnTo>
                  <a:pt x="5632" y="6275"/>
                </a:lnTo>
                <a:cubicBezTo>
                  <a:pt x="5775" y="6478"/>
                  <a:pt x="5846" y="6692"/>
                  <a:pt x="5846" y="6930"/>
                </a:cubicBezTo>
                <a:cubicBezTo>
                  <a:pt x="5846" y="7549"/>
                  <a:pt x="5358" y="8037"/>
                  <a:pt x="4739" y="8037"/>
                </a:cubicBezTo>
                <a:cubicBezTo>
                  <a:pt x="4132" y="8037"/>
                  <a:pt x="3644" y="7549"/>
                  <a:pt x="3644" y="6930"/>
                </a:cubicBezTo>
                <a:cubicBezTo>
                  <a:pt x="3644" y="6323"/>
                  <a:pt x="4132" y="5835"/>
                  <a:pt x="4739" y="5835"/>
                </a:cubicBezTo>
                <a:cubicBezTo>
                  <a:pt x="4822" y="5835"/>
                  <a:pt x="4882" y="5835"/>
                  <a:pt x="4953" y="5847"/>
                </a:cubicBezTo>
                <a:cubicBezTo>
                  <a:pt x="4962" y="5848"/>
                  <a:pt x="4970" y="5848"/>
                  <a:pt x="4979" y="5848"/>
                </a:cubicBezTo>
                <a:cubicBezTo>
                  <a:pt x="5055" y="5848"/>
                  <a:pt x="5133" y="5801"/>
                  <a:pt x="5144" y="5716"/>
                </a:cubicBezTo>
                <a:cubicBezTo>
                  <a:pt x="5156" y="5620"/>
                  <a:pt x="5096" y="5537"/>
                  <a:pt x="5013" y="5525"/>
                </a:cubicBezTo>
                <a:cubicBezTo>
                  <a:pt x="4918" y="5513"/>
                  <a:pt x="4834" y="5489"/>
                  <a:pt x="4739" y="5489"/>
                </a:cubicBezTo>
                <a:cubicBezTo>
                  <a:pt x="3941" y="5489"/>
                  <a:pt x="3298" y="6144"/>
                  <a:pt x="3298" y="6942"/>
                </a:cubicBezTo>
                <a:cubicBezTo>
                  <a:pt x="3298" y="7740"/>
                  <a:pt x="3953" y="8383"/>
                  <a:pt x="4739" y="8383"/>
                </a:cubicBezTo>
                <a:cubicBezTo>
                  <a:pt x="5549" y="8383"/>
                  <a:pt x="6192" y="7728"/>
                  <a:pt x="6192" y="6942"/>
                </a:cubicBezTo>
                <a:cubicBezTo>
                  <a:pt x="6192" y="6609"/>
                  <a:pt x="6084" y="6299"/>
                  <a:pt x="5870" y="6049"/>
                </a:cubicBezTo>
                <a:lnTo>
                  <a:pt x="6406" y="5513"/>
                </a:lnTo>
                <a:cubicBezTo>
                  <a:pt x="6751" y="5906"/>
                  <a:pt x="6942" y="6418"/>
                  <a:pt x="6942" y="6942"/>
                </a:cubicBezTo>
                <a:cubicBezTo>
                  <a:pt x="6942" y="8156"/>
                  <a:pt x="5965" y="9133"/>
                  <a:pt x="4739" y="9133"/>
                </a:cubicBezTo>
                <a:cubicBezTo>
                  <a:pt x="3525" y="9133"/>
                  <a:pt x="2536" y="8156"/>
                  <a:pt x="2536" y="6942"/>
                </a:cubicBezTo>
                <a:cubicBezTo>
                  <a:pt x="2536" y="5716"/>
                  <a:pt x="3525" y="4739"/>
                  <a:pt x="4739" y="4739"/>
                </a:cubicBezTo>
                <a:cubicBezTo>
                  <a:pt x="5120" y="4739"/>
                  <a:pt x="5477" y="4823"/>
                  <a:pt x="5787" y="5001"/>
                </a:cubicBezTo>
                <a:cubicBezTo>
                  <a:pt x="5812" y="5016"/>
                  <a:pt x="5840" y="5022"/>
                  <a:pt x="5868" y="5022"/>
                </a:cubicBezTo>
                <a:cubicBezTo>
                  <a:pt x="5930" y="5022"/>
                  <a:pt x="5992" y="4988"/>
                  <a:pt x="6025" y="4930"/>
                </a:cubicBezTo>
                <a:cubicBezTo>
                  <a:pt x="6073" y="4834"/>
                  <a:pt x="6037" y="4739"/>
                  <a:pt x="5953" y="4692"/>
                </a:cubicBezTo>
                <a:cubicBezTo>
                  <a:pt x="5572" y="4501"/>
                  <a:pt x="5156" y="4370"/>
                  <a:pt x="4739" y="4370"/>
                </a:cubicBezTo>
                <a:cubicBezTo>
                  <a:pt x="3346" y="4370"/>
                  <a:pt x="2203" y="5525"/>
                  <a:pt x="2203" y="6918"/>
                </a:cubicBezTo>
                <a:cubicBezTo>
                  <a:pt x="2203" y="8323"/>
                  <a:pt x="3346" y="9466"/>
                  <a:pt x="4739" y="9466"/>
                </a:cubicBezTo>
                <a:cubicBezTo>
                  <a:pt x="6144" y="9466"/>
                  <a:pt x="7287" y="8323"/>
                  <a:pt x="7287" y="6918"/>
                </a:cubicBezTo>
                <a:cubicBezTo>
                  <a:pt x="7287" y="6299"/>
                  <a:pt x="7061" y="5716"/>
                  <a:pt x="6668" y="5239"/>
                </a:cubicBezTo>
                <a:lnTo>
                  <a:pt x="7204" y="4704"/>
                </a:lnTo>
                <a:cubicBezTo>
                  <a:pt x="7751" y="5311"/>
                  <a:pt x="8049" y="6085"/>
                  <a:pt x="8049" y="6918"/>
                </a:cubicBezTo>
                <a:cubicBezTo>
                  <a:pt x="8049" y="8740"/>
                  <a:pt x="6561" y="10228"/>
                  <a:pt x="4739" y="10228"/>
                </a:cubicBezTo>
                <a:cubicBezTo>
                  <a:pt x="2929" y="10228"/>
                  <a:pt x="1441" y="8740"/>
                  <a:pt x="1441" y="6918"/>
                </a:cubicBezTo>
                <a:cubicBezTo>
                  <a:pt x="1441" y="5108"/>
                  <a:pt x="2929" y="3620"/>
                  <a:pt x="4739" y="3620"/>
                </a:cubicBezTo>
                <a:cubicBezTo>
                  <a:pt x="5382" y="3620"/>
                  <a:pt x="5989" y="3799"/>
                  <a:pt x="6525" y="4132"/>
                </a:cubicBezTo>
                <a:cubicBezTo>
                  <a:pt x="6558" y="4151"/>
                  <a:pt x="6594" y="4161"/>
                  <a:pt x="6628" y="4161"/>
                </a:cubicBezTo>
                <a:cubicBezTo>
                  <a:pt x="6679" y="4161"/>
                  <a:pt x="6727" y="4139"/>
                  <a:pt x="6763" y="4096"/>
                </a:cubicBezTo>
                <a:cubicBezTo>
                  <a:pt x="6811" y="4025"/>
                  <a:pt x="6799" y="3918"/>
                  <a:pt x="6727" y="3858"/>
                </a:cubicBezTo>
                <a:cubicBezTo>
                  <a:pt x="6144" y="3477"/>
                  <a:pt x="5453" y="3275"/>
                  <a:pt x="4763" y="3275"/>
                </a:cubicBezTo>
                <a:cubicBezTo>
                  <a:pt x="2751" y="3275"/>
                  <a:pt x="1108" y="4918"/>
                  <a:pt x="1108" y="6918"/>
                </a:cubicBezTo>
                <a:cubicBezTo>
                  <a:pt x="1108" y="8930"/>
                  <a:pt x="2751" y="10573"/>
                  <a:pt x="4763" y="10573"/>
                </a:cubicBezTo>
                <a:cubicBezTo>
                  <a:pt x="6763" y="10573"/>
                  <a:pt x="8406" y="8930"/>
                  <a:pt x="8406" y="6918"/>
                </a:cubicBezTo>
                <a:cubicBezTo>
                  <a:pt x="8406" y="6013"/>
                  <a:pt x="8061" y="5132"/>
                  <a:pt x="7454" y="4465"/>
                </a:cubicBezTo>
                <a:lnTo>
                  <a:pt x="7989" y="3930"/>
                </a:lnTo>
                <a:cubicBezTo>
                  <a:pt x="8704" y="4739"/>
                  <a:pt x="9144" y="5775"/>
                  <a:pt x="9144" y="6942"/>
                </a:cubicBezTo>
                <a:cubicBezTo>
                  <a:pt x="9144" y="9359"/>
                  <a:pt x="7168" y="11347"/>
                  <a:pt x="4739" y="11347"/>
                </a:cubicBezTo>
                <a:cubicBezTo>
                  <a:pt x="2322" y="11347"/>
                  <a:pt x="334" y="9359"/>
                  <a:pt x="334" y="6942"/>
                </a:cubicBezTo>
                <a:cubicBezTo>
                  <a:pt x="334" y="4513"/>
                  <a:pt x="2322" y="2537"/>
                  <a:pt x="4739" y="2537"/>
                </a:cubicBezTo>
                <a:close/>
                <a:moveTo>
                  <a:pt x="10403" y="1"/>
                </a:moveTo>
                <a:cubicBezTo>
                  <a:pt x="10360" y="1"/>
                  <a:pt x="10315" y="16"/>
                  <a:pt x="10275" y="48"/>
                </a:cubicBezTo>
                <a:lnTo>
                  <a:pt x="8466" y="1882"/>
                </a:lnTo>
                <a:cubicBezTo>
                  <a:pt x="8430" y="1906"/>
                  <a:pt x="8418" y="1953"/>
                  <a:pt x="8418" y="1989"/>
                </a:cubicBezTo>
                <a:lnTo>
                  <a:pt x="8418" y="3025"/>
                </a:lnTo>
                <a:lnTo>
                  <a:pt x="7978" y="3465"/>
                </a:lnTo>
                <a:cubicBezTo>
                  <a:pt x="7120" y="2679"/>
                  <a:pt x="5989" y="2203"/>
                  <a:pt x="4739" y="2203"/>
                </a:cubicBezTo>
                <a:cubicBezTo>
                  <a:pt x="2120" y="2203"/>
                  <a:pt x="0" y="4334"/>
                  <a:pt x="0" y="6954"/>
                </a:cubicBezTo>
                <a:cubicBezTo>
                  <a:pt x="0" y="9573"/>
                  <a:pt x="2120" y="11692"/>
                  <a:pt x="4739" y="11692"/>
                </a:cubicBezTo>
                <a:cubicBezTo>
                  <a:pt x="7358" y="11692"/>
                  <a:pt x="9490" y="9573"/>
                  <a:pt x="9490" y="6954"/>
                </a:cubicBezTo>
                <a:cubicBezTo>
                  <a:pt x="9490" y="5704"/>
                  <a:pt x="9013" y="4573"/>
                  <a:pt x="8228" y="3715"/>
                </a:cubicBezTo>
                <a:lnTo>
                  <a:pt x="8668" y="3275"/>
                </a:lnTo>
                <a:lnTo>
                  <a:pt x="9704" y="3275"/>
                </a:lnTo>
                <a:cubicBezTo>
                  <a:pt x="9740" y="3275"/>
                  <a:pt x="9787" y="3263"/>
                  <a:pt x="9823" y="3227"/>
                </a:cubicBezTo>
                <a:lnTo>
                  <a:pt x="11645" y="1394"/>
                </a:lnTo>
                <a:cubicBezTo>
                  <a:pt x="11680" y="1346"/>
                  <a:pt x="11692" y="1263"/>
                  <a:pt x="11668" y="1203"/>
                </a:cubicBezTo>
                <a:cubicBezTo>
                  <a:pt x="11633" y="1144"/>
                  <a:pt x="11573" y="1096"/>
                  <a:pt x="11502" y="1096"/>
                </a:cubicBezTo>
                <a:lnTo>
                  <a:pt x="10573" y="1096"/>
                </a:lnTo>
                <a:lnTo>
                  <a:pt x="10573" y="179"/>
                </a:lnTo>
                <a:cubicBezTo>
                  <a:pt x="10573" y="108"/>
                  <a:pt x="10537" y="48"/>
                  <a:pt x="10466" y="12"/>
                </a:cubicBezTo>
                <a:cubicBezTo>
                  <a:pt x="10446" y="5"/>
                  <a:pt x="10425" y="1"/>
                  <a:pt x="10403" y="1"/>
                </a:cubicBezTo>
                <a:close/>
              </a:path>
            </a:pathLst>
          </a:custGeom>
          <a:solidFill>
            <a:srgbClr val="657E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29" name="Google Shape;1529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  <p:grpSp>
        <p:nvGrpSpPr>
          <p:cNvPr id="1530" name="Google Shape;1530;p45"/>
          <p:cNvGrpSpPr/>
          <p:nvPr/>
        </p:nvGrpSpPr>
        <p:grpSpPr>
          <a:xfrm>
            <a:off x="4791953" y="2824235"/>
            <a:ext cx="269343" cy="348543"/>
            <a:chOff x="3119678" y="3360146"/>
            <a:chExt cx="269343" cy="348543"/>
          </a:xfrm>
        </p:grpSpPr>
        <p:sp>
          <p:nvSpPr>
            <p:cNvPr id="1531" name="Google Shape;1531;p45"/>
            <p:cNvSpPr/>
            <p:nvPr/>
          </p:nvSpPr>
          <p:spPr>
            <a:xfrm>
              <a:off x="3268289" y="3498271"/>
              <a:ext cx="43782" cy="46728"/>
            </a:xfrm>
            <a:custGeom>
              <a:rect b="b" l="l" r="r" t="t"/>
              <a:pathLst>
                <a:path extrusionOk="0" h="1475" w="1382">
                  <a:moveTo>
                    <a:pt x="196" y="0"/>
                  </a:moveTo>
                  <a:cubicBezTo>
                    <a:pt x="137" y="0"/>
                    <a:pt x="81" y="35"/>
                    <a:pt x="48" y="93"/>
                  </a:cubicBezTo>
                  <a:cubicBezTo>
                    <a:pt x="0" y="164"/>
                    <a:pt x="36" y="272"/>
                    <a:pt x="119" y="319"/>
                  </a:cubicBezTo>
                  <a:cubicBezTo>
                    <a:pt x="584" y="557"/>
                    <a:pt x="905" y="926"/>
                    <a:pt x="1048" y="1355"/>
                  </a:cubicBezTo>
                  <a:cubicBezTo>
                    <a:pt x="1060" y="1438"/>
                    <a:pt x="1131" y="1474"/>
                    <a:pt x="1191" y="1474"/>
                  </a:cubicBezTo>
                  <a:cubicBezTo>
                    <a:pt x="1203" y="1474"/>
                    <a:pt x="1227" y="1474"/>
                    <a:pt x="1239" y="1462"/>
                  </a:cubicBezTo>
                  <a:cubicBezTo>
                    <a:pt x="1322" y="1415"/>
                    <a:pt x="1381" y="1331"/>
                    <a:pt x="1358" y="1236"/>
                  </a:cubicBezTo>
                  <a:cubicBezTo>
                    <a:pt x="1191" y="736"/>
                    <a:pt x="810" y="284"/>
                    <a:pt x="274" y="22"/>
                  </a:cubicBezTo>
                  <a:cubicBezTo>
                    <a:pt x="249" y="7"/>
                    <a:pt x="222" y="0"/>
                    <a:pt x="19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45"/>
            <p:cNvSpPr/>
            <p:nvPr/>
          </p:nvSpPr>
          <p:spPr>
            <a:xfrm>
              <a:off x="3147208" y="3475176"/>
              <a:ext cx="214664" cy="233513"/>
            </a:xfrm>
            <a:custGeom>
              <a:rect b="b" l="l" r="r" t="t"/>
              <a:pathLst>
                <a:path extrusionOk="0" h="7371" w="6776">
                  <a:moveTo>
                    <a:pt x="3537" y="4608"/>
                  </a:moveTo>
                  <a:lnTo>
                    <a:pt x="3537" y="4989"/>
                  </a:lnTo>
                  <a:lnTo>
                    <a:pt x="3179" y="4989"/>
                  </a:lnTo>
                  <a:lnTo>
                    <a:pt x="3179" y="4608"/>
                  </a:lnTo>
                  <a:cubicBezTo>
                    <a:pt x="3239" y="4620"/>
                    <a:pt x="3298" y="4620"/>
                    <a:pt x="3358" y="4620"/>
                  </a:cubicBezTo>
                  <a:cubicBezTo>
                    <a:pt x="3417" y="4620"/>
                    <a:pt x="3477" y="4620"/>
                    <a:pt x="3537" y="4608"/>
                  </a:cubicBezTo>
                  <a:close/>
                  <a:moveTo>
                    <a:pt x="5977" y="5299"/>
                  </a:moveTo>
                  <a:lnTo>
                    <a:pt x="5977" y="5763"/>
                  </a:lnTo>
                  <a:lnTo>
                    <a:pt x="798" y="5763"/>
                  </a:lnTo>
                  <a:lnTo>
                    <a:pt x="798" y="5299"/>
                  </a:lnTo>
                  <a:close/>
                  <a:moveTo>
                    <a:pt x="3406" y="0"/>
                  </a:moveTo>
                  <a:cubicBezTo>
                    <a:pt x="2751" y="0"/>
                    <a:pt x="2132" y="262"/>
                    <a:pt x="1667" y="715"/>
                  </a:cubicBezTo>
                  <a:cubicBezTo>
                    <a:pt x="1203" y="1179"/>
                    <a:pt x="953" y="1798"/>
                    <a:pt x="953" y="2465"/>
                  </a:cubicBezTo>
                  <a:lnTo>
                    <a:pt x="953" y="2715"/>
                  </a:lnTo>
                  <a:cubicBezTo>
                    <a:pt x="953" y="2798"/>
                    <a:pt x="1024" y="2882"/>
                    <a:pt x="1120" y="2882"/>
                  </a:cubicBezTo>
                  <a:cubicBezTo>
                    <a:pt x="1203" y="2882"/>
                    <a:pt x="1274" y="2798"/>
                    <a:pt x="1274" y="2715"/>
                  </a:cubicBezTo>
                  <a:lnTo>
                    <a:pt x="1274" y="2465"/>
                  </a:lnTo>
                  <a:cubicBezTo>
                    <a:pt x="1274" y="1894"/>
                    <a:pt x="1501" y="1358"/>
                    <a:pt x="1905" y="953"/>
                  </a:cubicBezTo>
                  <a:cubicBezTo>
                    <a:pt x="2310" y="548"/>
                    <a:pt x="2846" y="334"/>
                    <a:pt x="3406" y="334"/>
                  </a:cubicBezTo>
                  <a:cubicBezTo>
                    <a:pt x="4584" y="334"/>
                    <a:pt x="5549" y="1286"/>
                    <a:pt x="5549" y="2477"/>
                  </a:cubicBezTo>
                  <a:lnTo>
                    <a:pt x="5549" y="4989"/>
                  </a:lnTo>
                  <a:lnTo>
                    <a:pt x="3882" y="4989"/>
                  </a:lnTo>
                  <a:lnTo>
                    <a:pt x="3882" y="4489"/>
                  </a:lnTo>
                  <a:cubicBezTo>
                    <a:pt x="4060" y="4382"/>
                    <a:pt x="4215" y="4203"/>
                    <a:pt x="4299" y="3989"/>
                  </a:cubicBezTo>
                  <a:cubicBezTo>
                    <a:pt x="4334" y="3906"/>
                    <a:pt x="4287" y="3810"/>
                    <a:pt x="4215" y="3787"/>
                  </a:cubicBezTo>
                  <a:cubicBezTo>
                    <a:pt x="4193" y="3778"/>
                    <a:pt x="4171" y="3775"/>
                    <a:pt x="4149" y="3775"/>
                  </a:cubicBezTo>
                  <a:cubicBezTo>
                    <a:pt x="4079" y="3775"/>
                    <a:pt x="4019" y="3815"/>
                    <a:pt x="4001" y="3870"/>
                  </a:cubicBezTo>
                  <a:cubicBezTo>
                    <a:pt x="3941" y="4037"/>
                    <a:pt x="3822" y="4156"/>
                    <a:pt x="3668" y="4227"/>
                  </a:cubicBezTo>
                  <a:lnTo>
                    <a:pt x="3656" y="4227"/>
                  </a:lnTo>
                  <a:cubicBezTo>
                    <a:pt x="3572" y="4263"/>
                    <a:pt x="3477" y="4287"/>
                    <a:pt x="3394" y="4287"/>
                  </a:cubicBezTo>
                  <a:cubicBezTo>
                    <a:pt x="3036" y="4287"/>
                    <a:pt x="2739" y="3989"/>
                    <a:pt x="2739" y="3632"/>
                  </a:cubicBezTo>
                  <a:cubicBezTo>
                    <a:pt x="2739" y="3275"/>
                    <a:pt x="3036" y="2977"/>
                    <a:pt x="3394" y="2977"/>
                  </a:cubicBezTo>
                  <a:cubicBezTo>
                    <a:pt x="3644" y="2977"/>
                    <a:pt x="3882" y="3132"/>
                    <a:pt x="3989" y="3370"/>
                  </a:cubicBezTo>
                  <a:cubicBezTo>
                    <a:pt x="4006" y="3421"/>
                    <a:pt x="4067" y="3461"/>
                    <a:pt x="4126" y="3461"/>
                  </a:cubicBezTo>
                  <a:cubicBezTo>
                    <a:pt x="4149" y="3461"/>
                    <a:pt x="4171" y="3455"/>
                    <a:pt x="4191" y="3441"/>
                  </a:cubicBezTo>
                  <a:cubicBezTo>
                    <a:pt x="4263" y="3418"/>
                    <a:pt x="4310" y="3310"/>
                    <a:pt x="4263" y="3239"/>
                  </a:cubicBezTo>
                  <a:cubicBezTo>
                    <a:pt x="4108" y="2894"/>
                    <a:pt x="3763" y="2667"/>
                    <a:pt x="3370" y="2667"/>
                  </a:cubicBezTo>
                  <a:cubicBezTo>
                    <a:pt x="2834" y="2667"/>
                    <a:pt x="2394" y="3096"/>
                    <a:pt x="2394" y="3656"/>
                  </a:cubicBezTo>
                  <a:cubicBezTo>
                    <a:pt x="2394" y="4013"/>
                    <a:pt x="2584" y="4322"/>
                    <a:pt x="2870" y="4489"/>
                  </a:cubicBezTo>
                  <a:lnTo>
                    <a:pt x="2870" y="4989"/>
                  </a:lnTo>
                  <a:lnTo>
                    <a:pt x="1262" y="4989"/>
                  </a:lnTo>
                  <a:lnTo>
                    <a:pt x="1262" y="3358"/>
                  </a:lnTo>
                  <a:cubicBezTo>
                    <a:pt x="1262" y="3263"/>
                    <a:pt x="1191" y="3191"/>
                    <a:pt x="1096" y="3191"/>
                  </a:cubicBezTo>
                  <a:cubicBezTo>
                    <a:pt x="1012" y="3191"/>
                    <a:pt x="941" y="3263"/>
                    <a:pt x="941" y="3358"/>
                  </a:cubicBezTo>
                  <a:lnTo>
                    <a:pt x="941" y="4989"/>
                  </a:lnTo>
                  <a:lnTo>
                    <a:pt x="655" y="4989"/>
                  </a:lnTo>
                  <a:cubicBezTo>
                    <a:pt x="560" y="4989"/>
                    <a:pt x="489" y="5061"/>
                    <a:pt x="489" y="5156"/>
                  </a:cubicBezTo>
                  <a:lnTo>
                    <a:pt x="489" y="5775"/>
                  </a:lnTo>
                  <a:lnTo>
                    <a:pt x="167" y="5775"/>
                  </a:lnTo>
                  <a:cubicBezTo>
                    <a:pt x="72" y="5775"/>
                    <a:pt x="0" y="5858"/>
                    <a:pt x="0" y="5942"/>
                  </a:cubicBezTo>
                  <a:lnTo>
                    <a:pt x="0" y="7204"/>
                  </a:lnTo>
                  <a:cubicBezTo>
                    <a:pt x="0" y="7299"/>
                    <a:pt x="72" y="7370"/>
                    <a:pt x="167" y="7370"/>
                  </a:cubicBezTo>
                  <a:lnTo>
                    <a:pt x="3918" y="7370"/>
                  </a:lnTo>
                  <a:cubicBezTo>
                    <a:pt x="4001" y="7370"/>
                    <a:pt x="4072" y="7299"/>
                    <a:pt x="4072" y="7204"/>
                  </a:cubicBezTo>
                  <a:cubicBezTo>
                    <a:pt x="4072" y="7120"/>
                    <a:pt x="4001" y="7049"/>
                    <a:pt x="3918" y="7049"/>
                  </a:cubicBezTo>
                  <a:lnTo>
                    <a:pt x="322" y="7049"/>
                  </a:lnTo>
                  <a:lnTo>
                    <a:pt x="322" y="6108"/>
                  </a:lnTo>
                  <a:lnTo>
                    <a:pt x="6442" y="6108"/>
                  </a:lnTo>
                  <a:lnTo>
                    <a:pt x="6442" y="7049"/>
                  </a:lnTo>
                  <a:lnTo>
                    <a:pt x="4537" y="7049"/>
                  </a:lnTo>
                  <a:cubicBezTo>
                    <a:pt x="4453" y="7049"/>
                    <a:pt x="4370" y="7120"/>
                    <a:pt x="4370" y="7204"/>
                  </a:cubicBezTo>
                  <a:cubicBezTo>
                    <a:pt x="4370" y="7299"/>
                    <a:pt x="4453" y="7370"/>
                    <a:pt x="4537" y="7370"/>
                  </a:cubicBezTo>
                  <a:lnTo>
                    <a:pt x="6608" y="7370"/>
                  </a:lnTo>
                  <a:cubicBezTo>
                    <a:pt x="6692" y="7370"/>
                    <a:pt x="6775" y="7299"/>
                    <a:pt x="6775" y="7204"/>
                  </a:cubicBezTo>
                  <a:lnTo>
                    <a:pt x="6775" y="5942"/>
                  </a:lnTo>
                  <a:cubicBezTo>
                    <a:pt x="6775" y="5835"/>
                    <a:pt x="6716" y="5763"/>
                    <a:pt x="6620" y="5763"/>
                  </a:cubicBezTo>
                  <a:lnTo>
                    <a:pt x="6311" y="5763"/>
                  </a:lnTo>
                  <a:lnTo>
                    <a:pt x="6311" y="5144"/>
                  </a:lnTo>
                  <a:cubicBezTo>
                    <a:pt x="6311" y="5049"/>
                    <a:pt x="6239" y="4977"/>
                    <a:pt x="6144" y="4977"/>
                  </a:cubicBezTo>
                  <a:lnTo>
                    <a:pt x="5858" y="4977"/>
                  </a:lnTo>
                  <a:lnTo>
                    <a:pt x="5858" y="2465"/>
                  </a:lnTo>
                  <a:cubicBezTo>
                    <a:pt x="5858" y="1108"/>
                    <a:pt x="4763" y="0"/>
                    <a:pt x="340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45"/>
            <p:cNvSpPr/>
            <p:nvPr/>
          </p:nvSpPr>
          <p:spPr>
            <a:xfrm>
              <a:off x="3249408" y="3360146"/>
              <a:ext cx="10613" cy="97321"/>
            </a:xfrm>
            <a:custGeom>
              <a:rect b="b" l="l" r="r" t="t"/>
              <a:pathLst>
                <a:path extrusionOk="0" h="3072" w="335">
                  <a:moveTo>
                    <a:pt x="168" y="0"/>
                  </a:moveTo>
                  <a:cubicBezTo>
                    <a:pt x="72" y="0"/>
                    <a:pt x="1" y="83"/>
                    <a:pt x="1" y="167"/>
                  </a:cubicBezTo>
                  <a:lnTo>
                    <a:pt x="1" y="2905"/>
                  </a:lnTo>
                  <a:cubicBezTo>
                    <a:pt x="1" y="3000"/>
                    <a:pt x="72" y="3072"/>
                    <a:pt x="168" y="3072"/>
                  </a:cubicBezTo>
                  <a:cubicBezTo>
                    <a:pt x="251" y="3072"/>
                    <a:pt x="334" y="3000"/>
                    <a:pt x="334" y="2905"/>
                  </a:cubicBezTo>
                  <a:lnTo>
                    <a:pt x="334" y="167"/>
                  </a:lnTo>
                  <a:cubicBezTo>
                    <a:pt x="334" y="83"/>
                    <a:pt x="251" y="0"/>
                    <a:pt x="1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45"/>
            <p:cNvSpPr/>
            <p:nvPr/>
          </p:nvSpPr>
          <p:spPr>
            <a:xfrm>
              <a:off x="3175879" y="3377919"/>
              <a:ext cx="54331" cy="86740"/>
            </a:xfrm>
            <a:custGeom>
              <a:rect b="b" l="l" r="r" t="t"/>
              <a:pathLst>
                <a:path extrusionOk="0" h="2738" w="1715">
                  <a:moveTo>
                    <a:pt x="188" y="1"/>
                  </a:moveTo>
                  <a:cubicBezTo>
                    <a:pt x="161" y="1"/>
                    <a:pt x="134" y="8"/>
                    <a:pt x="107" y="22"/>
                  </a:cubicBezTo>
                  <a:cubicBezTo>
                    <a:pt x="36" y="70"/>
                    <a:pt x="0" y="153"/>
                    <a:pt x="48" y="249"/>
                  </a:cubicBezTo>
                  <a:lnTo>
                    <a:pt x="1381" y="2642"/>
                  </a:lnTo>
                  <a:cubicBezTo>
                    <a:pt x="1417" y="2701"/>
                    <a:pt x="1477" y="2737"/>
                    <a:pt x="1524" y="2737"/>
                  </a:cubicBezTo>
                  <a:cubicBezTo>
                    <a:pt x="1548" y="2737"/>
                    <a:pt x="1584" y="2737"/>
                    <a:pt x="1596" y="2713"/>
                  </a:cubicBezTo>
                  <a:cubicBezTo>
                    <a:pt x="1679" y="2654"/>
                    <a:pt x="1715" y="2559"/>
                    <a:pt x="1667" y="2475"/>
                  </a:cubicBezTo>
                  <a:lnTo>
                    <a:pt x="334" y="82"/>
                  </a:lnTo>
                  <a:cubicBezTo>
                    <a:pt x="301" y="33"/>
                    <a:pt x="246" y="1"/>
                    <a:pt x="18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45"/>
            <p:cNvSpPr/>
            <p:nvPr/>
          </p:nvSpPr>
          <p:spPr>
            <a:xfrm>
              <a:off x="3119678" y="3429399"/>
              <a:ext cx="89401" cy="50720"/>
            </a:xfrm>
            <a:custGeom>
              <a:rect b="b" l="l" r="r" t="t"/>
              <a:pathLst>
                <a:path extrusionOk="0" h="1601" w="2822">
                  <a:moveTo>
                    <a:pt x="200" y="0"/>
                  </a:moveTo>
                  <a:cubicBezTo>
                    <a:pt x="142" y="0"/>
                    <a:pt x="81" y="27"/>
                    <a:pt x="48" y="76"/>
                  </a:cubicBezTo>
                  <a:cubicBezTo>
                    <a:pt x="0" y="160"/>
                    <a:pt x="36" y="255"/>
                    <a:pt x="107" y="302"/>
                  </a:cubicBezTo>
                  <a:lnTo>
                    <a:pt x="2536" y="1588"/>
                  </a:lnTo>
                  <a:cubicBezTo>
                    <a:pt x="2560" y="1600"/>
                    <a:pt x="2584" y="1600"/>
                    <a:pt x="2608" y="1600"/>
                  </a:cubicBezTo>
                  <a:cubicBezTo>
                    <a:pt x="2667" y="1600"/>
                    <a:pt x="2727" y="1565"/>
                    <a:pt x="2762" y="1505"/>
                  </a:cubicBezTo>
                  <a:cubicBezTo>
                    <a:pt x="2822" y="1445"/>
                    <a:pt x="2786" y="1350"/>
                    <a:pt x="2703" y="1303"/>
                  </a:cubicBezTo>
                  <a:lnTo>
                    <a:pt x="274" y="17"/>
                  </a:lnTo>
                  <a:cubicBezTo>
                    <a:pt x="252" y="6"/>
                    <a:pt x="226" y="0"/>
                    <a:pt x="20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45"/>
            <p:cNvSpPr/>
            <p:nvPr/>
          </p:nvSpPr>
          <p:spPr>
            <a:xfrm>
              <a:off x="3279219" y="3377919"/>
              <a:ext cx="54363" cy="85980"/>
            </a:xfrm>
            <a:custGeom>
              <a:rect b="b" l="l" r="r" t="t"/>
              <a:pathLst>
                <a:path extrusionOk="0" h="2714" w="1716">
                  <a:moveTo>
                    <a:pt x="1533" y="1"/>
                  </a:moveTo>
                  <a:cubicBezTo>
                    <a:pt x="1475" y="1"/>
                    <a:pt x="1414" y="33"/>
                    <a:pt x="1382" y="82"/>
                  </a:cubicBezTo>
                  <a:lnTo>
                    <a:pt x="48" y="2475"/>
                  </a:lnTo>
                  <a:cubicBezTo>
                    <a:pt x="1" y="2559"/>
                    <a:pt x="24" y="2654"/>
                    <a:pt x="108" y="2701"/>
                  </a:cubicBezTo>
                  <a:cubicBezTo>
                    <a:pt x="132" y="2713"/>
                    <a:pt x="143" y="2713"/>
                    <a:pt x="179" y="2713"/>
                  </a:cubicBezTo>
                  <a:cubicBezTo>
                    <a:pt x="239" y="2713"/>
                    <a:pt x="286" y="2689"/>
                    <a:pt x="310" y="2630"/>
                  </a:cubicBezTo>
                  <a:lnTo>
                    <a:pt x="1656" y="237"/>
                  </a:lnTo>
                  <a:cubicBezTo>
                    <a:pt x="1715" y="153"/>
                    <a:pt x="1679" y="70"/>
                    <a:pt x="1608" y="22"/>
                  </a:cubicBezTo>
                  <a:cubicBezTo>
                    <a:pt x="1585" y="8"/>
                    <a:pt x="1560" y="1"/>
                    <a:pt x="153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45"/>
            <p:cNvSpPr/>
            <p:nvPr/>
          </p:nvSpPr>
          <p:spPr>
            <a:xfrm>
              <a:off x="3300349" y="3429399"/>
              <a:ext cx="88672" cy="51100"/>
            </a:xfrm>
            <a:custGeom>
              <a:rect b="b" l="l" r="r" t="t"/>
              <a:pathLst>
                <a:path extrusionOk="0" h="1613" w="2799">
                  <a:moveTo>
                    <a:pt x="2615" y="0"/>
                  </a:moveTo>
                  <a:cubicBezTo>
                    <a:pt x="2589" y="0"/>
                    <a:pt x="2562" y="6"/>
                    <a:pt x="2536" y="17"/>
                  </a:cubicBezTo>
                  <a:lnTo>
                    <a:pt x="107" y="1303"/>
                  </a:lnTo>
                  <a:cubicBezTo>
                    <a:pt x="36" y="1350"/>
                    <a:pt x="0" y="1434"/>
                    <a:pt x="48" y="1529"/>
                  </a:cubicBezTo>
                  <a:cubicBezTo>
                    <a:pt x="72" y="1588"/>
                    <a:pt x="131" y="1612"/>
                    <a:pt x="191" y="1612"/>
                  </a:cubicBezTo>
                  <a:cubicBezTo>
                    <a:pt x="227" y="1612"/>
                    <a:pt x="238" y="1612"/>
                    <a:pt x="274" y="1600"/>
                  </a:cubicBezTo>
                  <a:lnTo>
                    <a:pt x="2691" y="314"/>
                  </a:lnTo>
                  <a:cubicBezTo>
                    <a:pt x="2774" y="255"/>
                    <a:pt x="2798" y="172"/>
                    <a:pt x="2751" y="76"/>
                  </a:cubicBezTo>
                  <a:cubicBezTo>
                    <a:pt x="2726" y="27"/>
                    <a:pt x="2673" y="0"/>
                    <a:pt x="26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8" name="Google Shape;1538;p45"/>
          <p:cNvSpPr txBox="1"/>
          <p:nvPr/>
        </p:nvSpPr>
        <p:spPr>
          <a:xfrm>
            <a:off x="3178907" y="3806309"/>
            <a:ext cx="26745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w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suitable model must combine geometric structure and temporal information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Project Goal</a:t>
            </a:r>
            <a:endParaRPr/>
          </a:p>
        </p:txBody>
      </p:sp>
      <p:sp>
        <p:nvSpPr>
          <p:cNvPr id="1544" name="Google Shape;1544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  <p:sp>
        <p:nvSpPr>
          <p:cNvPr id="1545" name="Google Shape;1545;p46"/>
          <p:cNvSpPr/>
          <p:nvPr/>
        </p:nvSpPr>
        <p:spPr>
          <a:xfrm>
            <a:off x="432225" y="1231700"/>
            <a:ext cx="2444400" cy="1485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C0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w" sz="1500">
                <a:latin typeface="Poppins"/>
                <a:ea typeface="Poppins"/>
                <a:cs typeface="Poppins"/>
                <a:sym typeface="Poppins"/>
              </a:rPr>
              <a:t>Design and implement a system for anomaly detection in dynamic citation networks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6" name="Google Shape;1546;p46"/>
          <p:cNvSpPr/>
          <p:nvPr/>
        </p:nvSpPr>
        <p:spPr>
          <a:xfrm>
            <a:off x="2956350" y="2479475"/>
            <a:ext cx="2444400" cy="1485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C0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w" sz="1500">
                <a:latin typeface="Poppins"/>
                <a:ea typeface="Poppins"/>
                <a:cs typeface="Poppins"/>
                <a:sym typeface="Poppins"/>
              </a:rPr>
              <a:t>Capture both structural hierarchy and temporal evolution of citation behavior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7" name="Google Shape;1547;p46"/>
          <p:cNvSpPr/>
          <p:nvPr/>
        </p:nvSpPr>
        <p:spPr>
          <a:xfrm>
            <a:off x="5527950" y="3628975"/>
            <a:ext cx="2444400" cy="1485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C0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w" sz="1500">
                <a:latin typeface="Poppins"/>
                <a:ea typeface="Poppins"/>
                <a:cs typeface="Poppins"/>
                <a:sym typeface="Poppins"/>
              </a:rPr>
              <a:t>Evaluate the system using a controlled, label-free validation framework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48" name="Google Shape;154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0750" y="0"/>
            <a:ext cx="3743251" cy="2572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Citation Networks</a:t>
            </a:r>
            <a:endParaRPr/>
          </a:p>
        </p:txBody>
      </p:sp>
      <p:pic>
        <p:nvPicPr>
          <p:cNvPr id="1554" name="Google Shape;155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3400" y="2571750"/>
            <a:ext cx="3223592" cy="251672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555" name="Google Shape;1555;p47"/>
          <p:cNvSpPr txBox="1"/>
          <p:nvPr>
            <p:ph idx="4294967295" type="subTitle"/>
          </p:nvPr>
        </p:nvSpPr>
        <p:spPr>
          <a:xfrm>
            <a:off x="522600" y="1066050"/>
            <a:ext cx="79014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iw" sz="1700"/>
              <a:t>A citation network represents academic papers as nodes and citation links as edges.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56" name="Google Shape;1556;p47"/>
          <p:cNvSpPr txBox="1"/>
          <p:nvPr>
            <p:ph idx="4294967295" type="subTitle"/>
          </p:nvPr>
        </p:nvSpPr>
        <p:spPr>
          <a:xfrm>
            <a:off x="522600" y="1967850"/>
            <a:ext cx="5303400" cy="22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iw" sz="1700"/>
              <a:t>As new papers and citations are added over time, the network evolves dynamically, in contrast to static networks that capture a fixed view.</a:t>
            </a:r>
            <a:endParaRPr sz="17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iw" sz="1700"/>
              <a:t>Analyzing these evolving patterns helps reveal emerging research trends and unusual citation behaviors.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57" name="Google Shape;1557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48"/>
          <p:cNvSpPr txBox="1"/>
          <p:nvPr>
            <p:ph idx="1" type="subTitle"/>
          </p:nvPr>
        </p:nvSpPr>
        <p:spPr>
          <a:xfrm>
            <a:off x="720000" y="2113775"/>
            <a:ext cx="34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600"/>
              <a:t>Identifies patterns or behaviors that deviate from the norm.</a:t>
            </a:r>
            <a:endParaRPr sz="1600"/>
          </a:p>
        </p:txBody>
      </p:sp>
      <p:sp>
        <p:nvSpPr>
          <p:cNvPr id="1563" name="Google Shape;1563;p48"/>
          <p:cNvSpPr txBox="1"/>
          <p:nvPr>
            <p:ph idx="2" type="subTitle"/>
          </p:nvPr>
        </p:nvSpPr>
        <p:spPr>
          <a:xfrm>
            <a:off x="720002" y="3935425"/>
            <a:ext cx="34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600"/>
              <a:t>Detects sudden citation spikes, delayed growth, or unusual connections.</a:t>
            </a:r>
            <a:endParaRPr sz="1600"/>
          </a:p>
        </p:txBody>
      </p:sp>
      <p:sp>
        <p:nvSpPr>
          <p:cNvPr id="1564" name="Google Shape;1564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Anomaly Detection</a:t>
            </a:r>
            <a:endParaRPr/>
          </a:p>
        </p:txBody>
      </p:sp>
      <p:sp>
        <p:nvSpPr>
          <p:cNvPr id="1565" name="Google Shape;1565;p48"/>
          <p:cNvSpPr txBox="1"/>
          <p:nvPr>
            <p:ph idx="7" type="subTitle"/>
          </p:nvPr>
        </p:nvSpPr>
        <p:spPr>
          <a:xfrm>
            <a:off x="720000" y="1787675"/>
            <a:ext cx="34746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Detecting Deviations</a:t>
            </a:r>
            <a:endParaRPr/>
          </a:p>
        </p:txBody>
      </p:sp>
      <p:sp>
        <p:nvSpPr>
          <p:cNvPr id="1566" name="Google Shape;1566;p48"/>
          <p:cNvSpPr txBox="1"/>
          <p:nvPr>
            <p:ph idx="8" type="subTitle"/>
          </p:nvPr>
        </p:nvSpPr>
        <p:spPr>
          <a:xfrm>
            <a:off x="720001" y="3533125"/>
            <a:ext cx="34746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Citation Anomalies</a:t>
            </a:r>
            <a:endParaRPr/>
          </a:p>
        </p:txBody>
      </p:sp>
      <p:sp>
        <p:nvSpPr>
          <p:cNvPr id="1567" name="Google Shape;1567;p48"/>
          <p:cNvSpPr txBox="1"/>
          <p:nvPr>
            <p:ph idx="3" type="subTitle"/>
          </p:nvPr>
        </p:nvSpPr>
        <p:spPr>
          <a:xfrm>
            <a:off x="4777025" y="3935425"/>
            <a:ext cx="412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600"/>
              <a:t>Reveals citation manipulation, breakthrough research, and emerging trends.</a:t>
            </a:r>
            <a:endParaRPr sz="1600"/>
          </a:p>
        </p:txBody>
      </p:sp>
      <p:sp>
        <p:nvSpPr>
          <p:cNvPr id="1568" name="Google Shape;1568;p48"/>
          <p:cNvSpPr txBox="1"/>
          <p:nvPr>
            <p:ph idx="5" type="subTitle"/>
          </p:nvPr>
        </p:nvSpPr>
        <p:spPr>
          <a:xfrm>
            <a:off x="4863125" y="2113775"/>
            <a:ext cx="3948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600"/>
              <a:t>Tracks how citation patterns change over time in dynamic networks.</a:t>
            </a:r>
            <a:endParaRPr sz="1600"/>
          </a:p>
        </p:txBody>
      </p:sp>
      <p:sp>
        <p:nvSpPr>
          <p:cNvPr id="1569" name="Google Shape;1569;p48"/>
          <p:cNvSpPr txBox="1"/>
          <p:nvPr>
            <p:ph idx="9" type="subTitle"/>
          </p:nvPr>
        </p:nvSpPr>
        <p:spPr>
          <a:xfrm>
            <a:off x="4777025" y="3533125"/>
            <a:ext cx="34746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Scientific Impact</a:t>
            </a:r>
            <a:endParaRPr/>
          </a:p>
        </p:txBody>
      </p:sp>
      <p:sp>
        <p:nvSpPr>
          <p:cNvPr id="1570" name="Google Shape;1570;p48"/>
          <p:cNvSpPr txBox="1"/>
          <p:nvPr>
            <p:ph idx="14" type="subTitle"/>
          </p:nvPr>
        </p:nvSpPr>
        <p:spPr>
          <a:xfrm>
            <a:off x="4777025" y="1787675"/>
            <a:ext cx="42036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Evolving Citation Networks</a:t>
            </a:r>
            <a:endParaRPr/>
          </a:p>
        </p:txBody>
      </p:sp>
      <p:grpSp>
        <p:nvGrpSpPr>
          <p:cNvPr id="1571" name="Google Shape;1571;p48"/>
          <p:cNvGrpSpPr/>
          <p:nvPr/>
        </p:nvGrpSpPr>
        <p:grpSpPr>
          <a:xfrm>
            <a:off x="6613027" y="3009916"/>
            <a:ext cx="448796" cy="449654"/>
            <a:chOff x="7163581" y="2185780"/>
            <a:chExt cx="475873" cy="476783"/>
          </a:xfrm>
        </p:grpSpPr>
        <p:sp>
          <p:nvSpPr>
            <p:cNvPr id="1572" name="Google Shape;1572;p48"/>
            <p:cNvSpPr/>
            <p:nvPr/>
          </p:nvSpPr>
          <p:spPr>
            <a:xfrm>
              <a:off x="7163581" y="2185780"/>
              <a:ext cx="475873" cy="476783"/>
            </a:xfrm>
            <a:custGeom>
              <a:rect b="b" l="l" r="r" t="t"/>
              <a:pathLst>
                <a:path extrusionOk="0" h="12585" w="12561">
                  <a:moveTo>
                    <a:pt x="6268" y="385"/>
                  </a:moveTo>
                  <a:lnTo>
                    <a:pt x="6268" y="385"/>
                  </a:lnTo>
                  <a:cubicBezTo>
                    <a:pt x="6865" y="482"/>
                    <a:pt x="7431" y="1044"/>
                    <a:pt x="7876" y="1991"/>
                  </a:cubicBezTo>
                  <a:cubicBezTo>
                    <a:pt x="8067" y="2394"/>
                    <a:pt x="8224" y="2846"/>
                    <a:pt x="8348" y="3333"/>
                  </a:cubicBezTo>
                  <a:cubicBezTo>
                    <a:pt x="7693" y="3207"/>
                    <a:pt x="6990" y="3137"/>
                    <a:pt x="6268" y="3127"/>
                  </a:cubicBezTo>
                  <a:lnTo>
                    <a:pt x="6268" y="385"/>
                  </a:lnTo>
                  <a:close/>
                  <a:moveTo>
                    <a:pt x="5906" y="387"/>
                  </a:moveTo>
                  <a:lnTo>
                    <a:pt x="5906" y="3129"/>
                  </a:lnTo>
                  <a:cubicBezTo>
                    <a:pt x="5183" y="3139"/>
                    <a:pt x="4481" y="3211"/>
                    <a:pt x="3826" y="3336"/>
                  </a:cubicBezTo>
                  <a:cubicBezTo>
                    <a:pt x="3949" y="2846"/>
                    <a:pt x="4108" y="2395"/>
                    <a:pt x="4297" y="1992"/>
                  </a:cubicBezTo>
                  <a:cubicBezTo>
                    <a:pt x="4743" y="1044"/>
                    <a:pt x="5308" y="482"/>
                    <a:pt x="5906" y="387"/>
                  </a:cubicBezTo>
                  <a:close/>
                  <a:moveTo>
                    <a:pt x="7268" y="493"/>
                  </a:moveTo>
                  <a:lnTo>
                    <a:pt x="7268" y="493"/>
                  </a:lnTo>
                  <a:cubicBezTo>
                    <a:pt x="8345" y="718"/>
                    <a:pt x="9332" y="1249"/>
                    <a:pt x="10127" y="2044"/>
                  </a:cubicBezTo>
                  <a:cubicBezTo>
                    <a:pt x="10922" y="2839"/>
                    <a:pt x="11455" y="3828"/>
                    <a:pt x="11678" y="4903"/>
                  </a:cubicBezTo>
                  <a:cubicBezTo>
                    <a:pt x="11368" y="4550"/>
                    <a:pt x="10917" y="4229"/>
                    <a:pt x="10336" y="3956"/>
                  </a:cubicBezTo>
                  <a:cubicBezTo>
                    <a:pt x="9864" y="3735"/>
                    <a:pt x="9330" y="3555"/>
                    <a:pt x="8751" y="3420"/>
                  </a:cubicBezTo>
                  <a:cubicBezTo>
                    <a:pt x="8617" y="2841"/>
                    <a:pt x="8436" y="2307"/>
                    <a:pt x="8215" y="1835"/>
                  </a:cubicBezTo>
                  <a:cubicBezTo>
                    <a:pt x="7941" y="1255"/>
                    <a:pt x="7620" y="803"/>
                    <a:pt x="7268" y="493"/>
                  </a:cubicBezTo>
                  <a:close/>
                  <a:moveTo>
                    <a:pt x="6268" y="3498"/>
                  </a:moveTo>
                  <a:lnTo>
                    <a:pt x="6268" y="3498"/>
                  </a:lnTo>
                  <a:cubicBezTo>
                    <a:pt x="7028" y="3508"/>
                    <a:pt x="7762" y="3588"/>
                    <a:pt x="8439" y="3729"/>
                  </a:cubicBezTo>
                  <a:cubicBezTo>
                    <a:pt x="8529" y="4163"/>
                    <a:pt x="8594" y="4619"/>
                    <a:pt x="8632" y="5092"/>
                  </a:cubicBezTo>
                  <a:cubicBezTo>
                    <a:pt x="8264" y="4904"/>
                    <a:pt x="7856" y="4807"/>
                    <a:pt x="7431" y="4807"/>
                  </a:cubicBezTo>
                  <a:cubicBezTo>
                    <a:pt x="7022" y="4807"/>
                    <a:pt x="6625" y="4899"/>
                    <a:pt x="6268" y="5074"/>
                  </a:cubicBezTo>
                  <a:lnTo>
                    <a:pt x="6268" y="3498"/>
                  </a:lnTo>
                  <a:close/>
                  <a:moveTo>
                    <a:pt x="3336" y="3818"/>
                  </a:moveTo>
                  <a:lnTo>
                    <a:pt x="3336" y="3818"/>
                  </a:lnTo>
                  <a:cubicBezTo>
                    <a:pt x="3211" y="4473"/>
                    <a:pt x="3140" y="5175"/>
                    <a:pt x="3130" y="5899"/>
                  </a:cubicBezTo>
                  <a:lnTo>
                    <a:pt x="387" y="5899"/>
                  </a:lnTo>
                  <a:cubicBezTo>
                    <a:pt x="482" y="5301"/>
                    <a:pt x="1046" y="4735"/>
                    <a:pt x="1995" y="4289"/>
                  </a:cubicBezTo>
                  <a:cubicBezTo>
                    <a:pt x="2397" y="4101"/>
                    <a:pt x="2849" y="3943"/>
                    <a:pt x="3336" y="3818"/>
                  </a:cubicBezTo>
                  <a:close/>
                  <a:moveTo>
                    <a:pt x="5906" y="3495"/>
                  </a:moveTo>
                  <a:lnTo>
                    <a:pt x="5906" y="5292"/>
                  </a:lnTo>
                  <a:cubicBezTo>
                    <a:pt x="5785" y="5379"/>
                    <a:pt x="5671" y="5475"/>
                    <a:pt x="5564" y="5583"/>
                  </a:cubicBezTo>
                  <a:cubicBezTo>
                    <a:pt x="5463" y="5682"/>
                    <a:pt x="5373" y="5789"/>
                    <a:pt x="5293" y="5899"/>
                  </a:cubicBezTo>
                  <a:lnTo>
                    <a:pt x="3504" y="5899"/>
                  </a:lnTo>
                  <a:cubicBezTo>
                    <a:pt x="3513" y="5139"/>
                    <a:pt x="3593" y="4405"/>
                    <a:pt x="3734" y="3728"/>
                  </a:cubicBezTo>
                  <a:cubicBezTo>
                    <a:pt x="4412" y="3587"/>
                    <a:pt x="5146" y="3508"/>
                    <a:pt x="5906" y="3495"/>
                  </a:cubicBezTo>
                  <a:close/>
                  <a:moveTo>
                    <a:pt x="8837" y="3819"/>
                  </a:moveTo>
                  <a:lnTo>
                    <a:pt x="8837" y="3819"/>
                  </a:lnTo>
                  <a:cubicBezTo>
                    <a:pt x="9325" y="3944"/>
                    <a:pt x="9776" y="4101"/>
                    <a:pt x="10179" y="4290"/>
                  </a:cubicBezTo>
                  <a:cubicBezTo>
                    <a:pt x="11127" y="4737"/>
                    <a:pt x="11689" y="5302"/>
                    <a:pt x="11786" y="5901"/>
                  </a:cubicBezTo>
                  <a:lnTo>
                    <a:pt x="9583" y="5901"/>
                  </a:lnTo>
                  <a:lnTo>
                    <a:pt x="9583" y="5899"/>
                  </a:lnTo>
                  <a:cubicBezTo>
                    <a:pt x="9502" y="5788"/>
                    <a:pt x="9411" y="5682"/>
                    <a:pt x="9311" y="5583"/>
                  </a:cubicBezTo>
                  <a:cubicBezTo>
                    <a:pt x="9220" y="5491"/>
                    <a:pt x="9125" y="5409"/>
                    <a:pt x="9022" y="5332"/>
                  </a:cubicBezTo>
                  <a:cubicBezTo>
                    <a:pt x="8992" y="4810"/>
                    <a:pt x="8929" y="4302"/>
                    <a:pt x="8837" y="3819"/>
                  </a:cubicBezTo>
                  <a:close/>
                  <a:moveTo>
                    <a:pt x="11786" y="6259"/>
                  </a:moveTo>
                  <a:cubicBezTo>
                    <a:pt x="11691" y="6857"/>
                    <a:pt x="11127" y="7423"/>
                    <a:pt x="10179" y="7870"/>
                  </a:cubicBezTo>
                  <a:cubicBezTo>
                    <a:pt x="10134" y="7891"/>
                    <a:pt x="10090" y="7910"/>
                    <a:pt x="10045" y="7930"/>
                  </a:cubicBezTo>
                  <a:cubicBezTo>
                    <a:pt x="10074" y="7773"/>
                    <a:pt x="10088" y="7611"/>
                    <a:pt x="10088" y="7449"/>
                  </a:cubicBezTo>
                  <a:cubicBezTo>
                    <a:pt x="10090" y="7030"/>
                    <a:pt x="9991" y="6625"/>
                    <a:pt x="9808" y="6259"/>
                  </a:cubicBezTo>
                  <a:close/>
                  <a:moveTo>
                    <a:pt x="3130" y="6259"/>
                  </a:moveTo>
                  <a:cubicBezTo>
                    <a:pt x="3140" y="6983"/>
                    <a:pt x="3211" y="7685"/>
                    <a:pt x="3336" y="8342"/>
                  </a:cubicBezTo>
                  <a:cubicBezTo>
                    <a:pt x="2848" y="8217"/>
                    <a:pt x="2397" y="8060"/>
                    <a:pt x="1995" y="7870"/>
                  </a:cubicBezTo>
                  <a:cubicBezTo>
                    <a:pt x="1046" y="7423"/>
                    <a:pt x="484" y="6857"/>
                    <a:pt x="387" y="6259"/>
                  </a:cubicBezTo>
                  <a:close/>
                  <a:moveTo>
                    <a:pt x="5054" y="6259"/>
                  </a:moveTo>
                  <a:cubicBezTo>
                    <a:pt x="4684" y="7001"/>
                    <a:pt x="4680" y="7879"/>
                    <a:pt x="5044" y="8621"/>
                  </a:cubicBezTo>
                  <a:cubicBezTo>
                    <a:pt x="4587" y="8583"/>
                    <a:pt x="4143" y="8520"/>
                    <a:pt x="3722" y="8432"/>
                  </a:cubicBezTo>
                  <a:cubicBezTo>
                    <a:pt x="3580" y="7755"/>
                    <a:pt x="3502" y="7020"/>
                    <a:pt x="3489" y="6259"/>
                  </a:cubicBezTo>
                  <a:close/>
                  <a:moveTo>
                    <a:pt x="11680" y="7266"/>
                  </a:moveTo>
                  <a:lnTo>
                    <a:pt x="11680" y="7266"/>
                  </a:lnTo>
                  <a:cubicBezTo>
                    <a:pt x="11506" y="8101"/>
                    <a:pt x="11147" y="8882"/>
                    <a:pt x="10625" y="9562"/>
                  </a:cubicBezTo>
                  <a:lnTo>
                    <a:pt x="10497" y="9433"/>
                  </a:lnTo>
                  <a:cubicBezTo>
                    <a:pt x="10461" y="9397"/>
                    <a:pt x="10414" y="9379"/>
                    <a:pt x="10367" y="9379"/>
                  </a:cubicBezTo>
                  <a:cubicBezTo>
                    <a:pt x="10319" y="9379"/>
                    <a:pt x="10272" y="9397"/>
                    <a:pt x="10236" y="9433"/>
                  </a:cubicBezTo>
                  <a:lnTo>
                    <a:pt x="9953" y="9716"/>
                  </a:lnTo>
                  <a:lnTo>
                    <a:pt x="9437" y="9201"/>
                  </a:lnTo>
                  <a:cubicBezTo>
                    <a:pt x="9649" y="8959"/>
                    <a:pt x="9811" y="8685"/>
                    <a:pt x="9922" y="8391"/>
                  </a:cubicBezTo>
                  <a:cubicBezTo>
                    <a:pt x="10064" y="8334"/>
                    <a:pt x="10204" y="8276"/>
                    <a:pt x="10337" y="8213"/>
                  </a:cubicBezTo>
                  <a:cubicBezTo>
                    <a:pt x="10917" y="7939"/>
                    <a:pt x="11369" y="7619"/>
                    <a:pt x="11680" y="7266"/>
                  </a:cubicBezTo>
                  <a:close/>
                  <a:moveTo>
                    <a:pt x="7436" y="5175"/>
                  </a:moveTo>
                  <a:cubicBezTo>
                    <a:pt x="8046" y="5175"/>
                    <a:pt x="8619" y="5414"/>
                    <a:pt x="9051" y="5845"/>
                  </a:cubicBezTo>
                  <a:cubicBezTo>
                    <a:pt x="9483" y="6276"/>
                    <a:pt x="9720" y="6850"/>
                    <a:pt x="9720" y="7460"/>
                  </a:cubicBezTo>
                  <a:cubicBezTo>
                    <a:pt x="9720" y="8070"/>
                    <a:pt x="9482" y="8643"/>
                    <a:pt x="9051" y="9076"/>
                  </a:cubicBezTo>
                  <a:cubicBezTo>
                    <a:pt x="8619" y="9507"/>
                    <a:pt x="8046" y="9745"/>
                    <a:pt x="7436" y="9745"/>
                  </a:cubicBezTo>
                  <a:cubicBezTo>
                    <a:pt x="6824" y="9745"/>
                    <a:pt x="6251" y="9507"/>
                    <a:pt x="5821" y="9076"/>
                  </a:cubicBezTo>
                  <a:cubicBezTo>
                    <a:pt x="4928" y="8184"/>
                    <a:pt x="4928" y="6735"/>
                    <a:pt x="5821" y="5845"/>
                  </a:cubicBezTo>
                  <a:cubicBezTo>
                    <a:pt x="6252" y="5412"/>
                    <a:pt x="6825" y="5175"/>
                    <a:pt x="7436" y="5175"/>
                  </a:cubicBezTo>
                  <a:close/>
                  <a:moveTo>
                    <a:pt x="9175" y="9461"/>
                  </a:moveTo>
                  <a:lnTo>
                    <a:pt x="9689" y="9976"/>
                  </a:lnTo>
                  <a:lnTo>
                    <a:pt x="9407" y="10259"/>
                  </a:lnTo>
                  <a:cubicBezTo>
                    <a:pt x="9335" y="10331"/>
                    <a:pt x="9335" y="10448"/>
                    <a:pt x="9408" y="10520"/>
                  </a:cubicBezTo>
                  <a:lnTo>
                    <a:pt x="9531" y="10644"/>
                  </a:lnTo>
                  <a:cubicBezTo>
                    <a:pt x="8859" y="11155"/>
                    <a:pt x="8089" y="11506"/>
                    <a:pt x="7267" y="11676"/>
                  </a:cubicBezTo>
                  <a:cubicBezTo>
                    <a:pt x="7620" y="11366"/>
                    <a:pt x="7941" y="10915"/>
                    <a:pt x="8213" y="10334"/>
                  </a:cubicBezTo>
                  <a:cubicBezTo>
                    <a:pt x="8273" y="10207"/>
                    <a:pt x="8330" y="10075"/>
                    <a:pt x="8383" y="9938"/>
                  </a:cubicBezTo>
                  <a:cubicBezTo>
                    <a:pt x="8671" y="9828"/>
                    <a:pt x="8939" y="9667"/>
                    <a:pt x="9175" y="9461"/>
                  </a:cubicBezTo>
                  <a:close/>
                  <a:moveTo>
                    <a:pt x="495" y="7266"/>
                  </a:moveTo>
                  <a:lnTo>
                    <a:pt x="495" y="7266"/>
                  </a:lnTo>
                  <a:cubicBezTo>
                    <a:pt x="805" y="7620"/>
                    <a:pt x="1256" y="7940"/>
                    <a:pt x="1837" y="8213"/>
                  </a:cubicBezTo>
                  <a:cubicBezTo>
                    <a:pt x="2309" y="8434"/>
                    <a:pt x="2843" y="8615"/>
                    <a:pt x="3422" y="8750"/>
                  </a:cubicBezTo>
                  <a:cubicBezTo>
                    <a:pt x="3556" y="9328"/>
                    <a:pt x="3737" y="9862"/>
                    <a:pt x="3958" y="10334"/>
                  </a:cubicBezTo>
                  <a:cubicBezTo>
                    <a:pt x="4232" y="10914"/>
                    <a:pt x="4553" y="11366"/>
                    <a:pt x="4905" y="11677"/>
                  </a:cubicBezTo>
                  <a:cubicBezTo>
                    <a:pt x="3831" y="11453"/>
                    <a:pt x="2842" y="10921"/>
                    <a:pt x="2046" y="10125"/>
                  </a:cubicBezTo>
                  <a:cubicBezTo>
                    <a:pt x="1251" y="9330"/>
                    <a:pt x="720" y="8340"/>
                    <a:pt x="495" y="7266"/>
                  </a:cubicBezTo>
                  <a:close/>
                  <a:moveTo>
                    <a:pt x="3825" y="8837"/>
                  </a:moveTo>
                  <a:cubicBezTo>
                    <a:pt x="4292" y="8927"/>
                    <a:pt x="4785" y="8988"/>
                    <a:pt x="5290" y="9020"/>
                  </a:cubicBezTo>
                  <a:cubicBezTo>
                    <a:pt x="5371" y="9132"/>
                    <a:pt x="5461" y="9238"/>
                    <a:pt x="5561" y="9339"/>
                  </a:cubicBezTo>
                  <a:cubicBezTo>
                    <a:pt x="5669" y="9446"/>
                    <a:pt x="5784" y="9543"/>
                    <a:pt x="5904" y="9630"/>
                  </a:cubicBezTo>
                  <a:lnTo>
                    <a:pt x="5904" y="11785"/>
                  </a:lnTo>
                  <a:lnTo>
                    <a:pt x="5904" y="11785"/>
                  </a:lnTo>
                  <a:cubicBezTo>
                    <a:pt x="5307" y="11689"/>
                    <a:pt x="4742" y="11126"/>
                    <a:pt x="4297" y="10180"/>
                  </a:cubicBezTo>
                  <a:cubicBezTo>
                    <a:pt x="4108" y="9777"/>
                    <a:pt x="3949" y="9324"/>
                    <a:pt x="3825" y="8837"/>
                  </a:cubicBezTo>
                  <a:close/>
                  <a:moveTo>
                    <a:pt x="6267" y="9847"/>
                  </a:moveTo>
                  <a:cubicBezTo>
                    <a:pt x="6624" y="10023"/>
                    <a:pt x="7021" y="10114"/>
                    <a:pt x="7430" y="10114"/>
                  </a:cubicBezTo>
                  <a:cubicBezTo>
                    <a:pt x="7599" y="10114"/>
                    <a:pt x="7764" y="10098"/>
                    <a:pt x="7927" y="10068"/>
                  </a:cubicBezTo>
                  <a:lnTo>
                    <a:pt x="7927" y="10068"/>
                  </a:lnTo>
                  <a:cubicBezTo>
                    <a:pt x="7910" y="10104"/>
                    <a:pt x="7894" y="10143"/>
                    <a:pt x="7876" y="10178"/>
                  </a:cubicBezTo>
                  <a:cubicBezTo>
                    <a:pt x="7430" y="11126"/>
                    <a:pt x="6865" y="11689"/>
                    <a:pt x="6267" y="11785"/>
                  </a:cubicBezTo>
                  <a:lnTo>
                    <a:pt x="6267" y="9847"/>
                  </a:lnTo>
                  <a:close/>
                  <a:moveTo>
                    <a:pt x="6084" y="0"/>
                  </a:moveTo>
                  <a:cubicBezTo>
                    <a:pt x="4787" y="0"/>
                    <a:pt x="3548" y="404"/>
                    <a:pt x="2503" y="1166"/>
                  </a:cubicBezTo>
                  <a:cubicBezTo>
                    <a:pt x="2420" y="1227"/>
                    <a:pt x="2402" y="1342"/>
                    <a:pt x="2462" y="1425"/>
                  </a:cubicBezTo>
                  <a:cubicBezTo>
                    <a:pt x="2498" y="1474"/>
                    <a:pt x="2555" y="1500"/>
                    <a:pt x="2611" y="1500"/>
                  </a:cubicBezTo>
                  <a:cubicBezTo>
                    <a:pt x="2649" y="1500"/>
                    <a:pt x="2687" y="1489"/>
                    <a:pt x="2719" y="1465"/>
                  </a:cubicBezTo>
                  <a:cubicBezTo>
                    <a:pt x="3378" y="985"/>
                    <a:pt x="4120" y="656"/>
                    <a:pt x="4903" y="493"/>
                  </a:cubicBezTo>
                  <a:lnTo>
                    <a:pt x="4903" y="493"/>
                  </a:lnTo>
                  <a:cubicBezTo>
                    <a:pt x="4550" y="803"/>
                    <a:pt x="4230" y="1254"/>
                    <a:pt x="3955" y="1835"/>
                  </a:cubicBezTo>
                  <a:cubicBezTo>
                    <a:pt x="3734" y="2307"/>
                    <a:pt x="3554" y="2841"/>
                    <a:pt x="3419" y="3420"/>
                  </a:cubicBezTo>
                  <a:cubicBezTo>
                    <a:pt x="2840" y="3554"/>
                    <a:pt x="2306" y="3735"/>
                    <a:pt x="1834" y="3956"/>
                  </a:cubicBezTo>
                  <a:cubicBezTo>
                    <a:pt x="1253" y="4230"/>
                    <a:pt x="802" y="4551"/>
                    <a:pt x="492" y="4904"/>
                  </a:cubicBezTo>
                  <a:cubicBezTo>
                    <a:pt x="721" y="3805"/>
                    <a:pt x="1269" y="2799"/>
                    <a:pt x="2093" y="1996"/>
                  </a:cubicBezTo>
                  <a:cubicBezTo>
                    <a:pt x="2166" y="1924"/>
                    <a:pt x="2167" y="1807"/>
                    <a:pt x="2095" y="1735"/>
                  </a:cubicBezTo>
                  <a:cubicBezTo>
                    <a:pt x="2060" y="1698"/>
                    <a:pt x="2012" y="1679"/>
                    <a:pt x="1963" y="1679"/>
                  </a:cubicBezTo>
                  <a:cubicBezTo>
                    <a:pt x="1917" y="1679"/>
                    <a:pt x="1870" y="1697"/>
                    <a:pt x="1834" y="1732"/>
                  </a:cubicBezTo>
                  <a:cubicBezTo>
                    <a:pt x="1260" y="2292"/>
                    <a:pt x="810" y="2950"/>
                    <a:pt x="493" y="3683"/>
                  </a:cubicBezTo>
                  <a:cubicBezTo>
                    <a:pt x="166" y="4443"/>
                    <a:pt x="0" y="5251"/>
                    <a:pt x="0" y="6086"/>
                  </a:cubicBezTo>
                  <a:cubicBezTo>
                    <a:pt x="0" y="7710"/>
                    <a:pt x="633" y="9238"/>
                    <a:pt x="1782" y="10387"/>
                  </a:cubicBezTo>
                  <a:cubicBezTo>
                    <a:pt x="2932" y="11537"/>
                    <a:pt x="4460" y="12170"/>
                    <a:pt x="6084" y="12170"/>
                  </a:cubicBezTo>
                  <a:cubicBezTo>
                    <a:pt x="7443" y="12170"/>
                    <a:pt x="8734" y="11725"/>
                    <a:pt x="9793" y="10909"/>
                  </a:cubicBezTo>
                  <a:lnTo>
                    <a:pt x="11244" y="12359"/>
                  </a:lnTo>
                  <a:cubicBezTo>
                    <a:pt x="11393" y="12508"/>
                    <a:pt x="11590" y="12584"/>
                    <a:pt x="11787" y="12584"/>
                  </a:cubicBezTo>
                  <a:cubicBezTo>
                    <a:pt x="11983" y="12584"/>
                    <a:pt x="12181" y="12510"/>
                    <a:pt x="12331" y="12359"/>
                  </a:cubicBezTo>
                  <a:cubicBezTo>
                    <a:pt x="12475" y="12214"/>
                    <a:pt x="12556" y="12021"/>
                    <a:pt x="12556" y="11816"/>
                  </a:cubicBezTo>
                  <a:cubicBezTo>
                    <a:pt x="12560" y="11610"/>
                    <a:pt x="12479" y="11417"/>
                    <a:pt x="12333" y="11271"/>
                  </a:cubicBezTo>
                  <a:lnTo>
                    <a:pt x="11993" y="10931"/>
                  </a:lnTo>
                  <a:cubicBezTo>
                    <a:pt x="11957" y="10894"/>
                    <a:pt x="11910" y="10876"/>
                    <a:pt x="11863" y="10876"/>
                  </a:cubicBezTo>
                  <a:cubicBezTo>
                    <a:pt x="11816" y="10876"/>
                    <a:pt x="11768" y="10894"/>
                    <a:pt x="11733" y="10931"/>
                  </a:cubicBezTo>
                  <a:cubicBezTo>
                    <a:pt x="11661" y="11003"/>
                    <a:pt x="11661" y="11119"/>
                    <a:pt x="11733" y="11191"/>
                  </a:cubicBezTo>
                  <a:lnTo>
                    <a:pt x="12073" y="11532"/>
                  </a:lnTo>
                  <a:cubicBezTo>
                    <a:pt x="12227" y="11687"/>
                    <a:pt x="12227" y="11942"/>
                    <a:pt x="12073" y="12097"/>
                  </a:cubicBezTo>
                  <a:cubicBezTo>
                    <a:pt x="11995" y="12175"/>
                    <a:pt x="11893" y="12214"/>
                    <a:pt x="11790" y="12214"/>
                  </a:cubicBezTo>
                  <a:cubicBezTo>
                    <a:pt x="11688" y="12214"/>
                    <a:pt x="11585" y="12175"/>
                    <a:pt x="11508" y="12097"/>
                  </a:cubicBezTo>
                  <a:lnTo>
                    <a:pt x="9798" y="10389"/>
                  </a:lnTo>
                  <a:lnTo>
                    <a:pt x="10364" y="9822"/>
                  </a:lnTo>
                  <a:lnTo>
                    <a:pt x="11134" y="10592"/>
                  </a:lnTo>
                  <a:cubicBezTo>
                    <a:pt x="11170" y="10628"/>
                    <a:pt x="11217" y="10646"/>
                    <a:pt x="11264" y="10646"/>
                  </a:cubicBezTo>
                  <a:cubicBezTo>
                    <a:pt x="11311" y="10646"/>
                    <a:pt x="11358" y="10628"/>
                    <a:pt x="11395" y="10592"/>
                  </a:cubicBezTo>
                  <a:cubicBezTo>
                    <a:pt x="11467" y="10521"/>
                    <a:pt x="11467" y="10404"/>
                    <a:pt x="11395" y="10333"/>
                  </a:cubicBezTo>
                  <a:lnTo>
                    <a:pt x="10886" y="9822"/>
                  </a:lnTo>
                  <a:cubicBezTo>
                    <a:pt x="11718" y="8758"/>
                    <a:pt x="12169" y="7455"/>
                    <a:pt x="12169" y="6083"/>
                  </a:cubicBezTo>
                  <a:cubicBezTo>
                    <a:pt x="12169" y="4459"/>
                    <a:pt x="11536" y="2931"/>
                    <a:pt x="10386" y="1782"/>
                  </a:cubicBezTo>
                  <a:cubicBezTo>
                    <a:pt x="9237" y="632"/>
                    <a:pt x="7709" y="0"/>
                    <a:pt x="6084" y="0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48"/>
            <p:cNvSpPr/>
            <p:nvPr/>
          </p:nvSpPr>
          <p:spPr>
            <a:xfrm>
              <a:off x="7368690" y="2397216"/>
              <a:ext cx="154571" cy="142485"/>
            </a:xfrm>
            <a:custGeom>
              <a:rect b="b" l="l" r="r" t="t"/>
              <a:pathLst>
                <a:path extrusionOk="0" h="3761" w="4080">
                  <a:moveTo>
                    <a:pt x="2022" y="368"/>
                  </a:moveTo>
                  <a:cubicBezTo>
                    <a:pt x="3339" y="368"/>
                    <a:pt x="4021" y="2018"/>
                    <a:pt x="3090" y="2947"/>
                  </a:cubicBezTo>
                  <a:cubicBezTo>
                    <a:pt x="2796" y="3242"/>
                    <a:pt x="2408" y="3389"/>
                    <a:pt x="2021" y="3389"/>
                  </a:cubicBezTo>
                  <a:cubicBezTo>
                    <a:pt x="1634" y="3389"/>
                    <a:pt x="1247" y="3242"/>
                    <a:pt x="952" y="2947"/>
                  </a:cubicBezTo>
                  <a:cubicBezTo>
                    <a:pt x="663" y="2658"/>
                    <a:pt x="504" y="2271"/>
                    <a:pt x="509" y="1861"/>
                  </a:cubicBezTo>
                  <a:cubicBezTo>
                    <a:pt x="513" y="1491"/>
                    <a:pt x="655" y="1133"/>
                    <a:pt x="905" y="861"/>
                  </a:cubicBezTo>
                  <a:cubicBezTo>
                    <a:pt x="1205" y="532"/>
                    <a:pt x="1613" y="368"/>
                    <a:pt x="2022" y="368"/>
                  </a:cubicBezTo>
                  <a:close/>
                  <a:moveTo>
                    <a:pt x="2021" y="1"/>
                  </a:moveTo>
                  <a:cubicBezTo>
                    <a:pt x="1540" y="1"/>
                    <a:pt x="1058" y="184"/>
                    <a:pt x="691" y="551"/>
                  </a:cubicBezTo>
                  <a:cubicBezTo>
                    <a:pt x="506" y="736"/>
                    <a:pt x="359" y="960"/>
                    <a:pt x="265" y="1206"/>
                  </a:cubicBezTo>
                  <a:cubicBezTo>
                    <a:pt x="0" y="1894"/>
                    <a:pt x="164" y="2683"/>
                    <a:pt x="691" y="3211"/>
                  </a:cubicBezTo>
                  <a:cubicBezTo>
                    <a:pt x="1059" y="3577"/>
                    <a:pt x="1540" y="3761"/>
                    <a:pt x="2021" y="3761"/>
                  </a:cubicBezTo>
                  <a:cubicBezTo>
                    <a:pt x="2506" y="3761"/>
                    <a:pt x="2991" y="3574"/>
                    <a:pt x="3362" y="3197"/>
                  </a:cubicBezTo>
                  <a:cubicBezTo>
                    <a:pt x="4080" y="2468"/>
                    <a:pt x="4074" y="1274"/>
                    <a:pt x="3351" y="551"/>
                  </a:cubicBezTo>
                  <a:cubicBezTo>
                    <a:pt x="2984" y="184"/>
                    <a:pt x="2503" y="1"/>
                    <a:pt x="2021" y="1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4" name="Google Shape;1574;p48"/>
          <p:cNvGrpSpPr/>
          <p:nvPr/>
        </p:nvGrpSpPr>
        <p:grpSpPr>
          <a:xfrm>
            <a:off x="6612172" y="1252936"/>
            <a:ext cx="450511" cy="320850"/>
            <a:chOff x="3902933" y="2254086"/>
            <a:chExt cx="477692" cy="340207"/>
          </a:xfrm>
        </p:grpSpPr>
        <p:sp>
          <p:nvSpPr>
            <p:cNvPr id="1575" name="Google Shape;1575;p48"/>
            <p:cNvSpPr/>
            <p:nvPr/>
          </p:nvSpPr>
          <p:spPr>
            <a:xfrm>
              <a:off x="3902933" y="2254086"/>
              <a:ext cx="477692" cy="340207"/>
            </a:xfrm>
            <a:custGeom>
              <a:rect b="b" l="l" r="r" t="t"/>
              <a:pathLst>
                <a:path extrusionOk="0" h="8980" w="12609">
                  <a:moveTo>
                    <a:pt x="11125" y="361"/>
                  </a:moveTo>
                  <a:cubicBezTo>
                    <a:pt x="11384" y="361"/>
                    <a:pt x="11594" y="571"/>
                    <a:pt x="11594" y="830"/>
                  </a:cubicBezTo>
                  <a:lnTo>
                    <a:pt x="11594" y="6936"/>
                  </a:lnTo>
                  <a:cubicBezTo>
                    <a:pt x="11594" y="7195"/>
                    <a:pt x="11384" y="7406"/>
                    <a:pt x="11125" y="7406"/>
                  </a:cubicBezTo>
                  <a:lnTo>
                    <a:pt x="1481" y="7406"/>
                  </a:lnTo>
                  <a:cubicBezTo>
                    <a:pt x="1221" y="7406"/>
                    <a:pt x="1011" y="7196"/>
                    <a:pt x="1011" y="6938"/>
                  </a:cubicBezTo>
                  <a:lnTo>
                    <a:pt x="1011" y="830"/>
                  </a:lnTo>
                  <a:cubicBezTo>
                    <a:pt x="1011" y="571"/>
                    <a:pt x="1221" y="361"/>
                    <a:pt x="1481" y="361"/>
                  </a:cubicBezTo>
                  <a:close/>
                  <a:moveTo>
                    <a:pt x="7433" y="7798"/>
                  </a:moveTo>
                  <a:lnTo>
                    <a:pt x="7433" y="7846"/>
                  </a:lnTo>
                  <a:cubicBezTo>
                    <a:pt x="7433" y="7947"/>
                    <a:pt x="7352" y="8028"/>
                    <a:pt x="7251" y="8028"/>
                  </a:cubicBezTo>
                  <a:lnTo>
                    <a:pt x="5387" y="8028"/>
                  </a:lnTo>
                  <a:cubicBezTo>
                    <a:pt x="5286" y="8028"/>
                    <a:pt x="5205" y="7946"/>
                    <a:pt x="5205" y="7846"/>
                  </a:cubicBezTo>
                  <a:lnTo>
                    <a:pt x="5205" y="7798"/>
                  </a:lnTo>
                  <a:close/>
                  <a:moveTo>
                    <a:pt x="1487" y="1"/>
                  </a:moveTo>
                  <a:cubicBezTo>
                    <a:pt x="1025" y="1"/>
                    <a:pt x="649" y="376"/>
                    <a:pt x="649" y="839"/>
                  </a:cubicBezTo>
                  <a:lnTo>
                    <a:pt x="649" y="6933"/>
                  </a:lnTo>
                  <a:cubicBezTo>
                    <a:pt x="649" y="7109"/>
                    <a:pt x="702" y="7272"/>
                    <a:pt x="795" y="7406"/>
                  </a:cubicBezTo>
                  <a:lnTo>
                    <a:pt x="497" y="7406"/>
                  </a:lnTo>
                  <a:cubicBezTo>
                    <a:pt x="232" y="7406"/>
                    <a:pt x="12" y="7617"/>
                    <a:pt x="9" y="7882"/>
                  </a:cubicBezTo>
                  <a:cubicBezTo>
                    <a:pt x="1" y="8486"/>
                    <a:pt x="488" y="8980"/>
                    <a:pt x="1089" y="8980"/>
                  </a:cubicBezTo>
                  <a:lnTo>
                    <a:pt x="8220" y="8980"/>
                  </a:lnTo>
                  <a:cubicBezTo>
                    <a:pt x="8316" y="8980"/>
                    <a:pt x="8400" y="8910"/>
                    <a:pt x="8409" y="8815"/>
                  </a:cubicBezTo>
                  <a:cubicBezTo>
                    <a:pt x="8417" y="8709"/>
                    <a:pt x="8333" y="8620"/>
                    <a:pt x="8229" y="8620"/>
                  </a:cubicBezTo>
                  <a:lnTo>
                    <a:pt x="1093" y="8620"/>
                  </a:lnTo>
                  <a:cubicBezTo>
                    <a:pt x="707" y="8620"/>
                    <a:pt x="390" y="8304"/>
                    <a:pt x="392" y="7918"/>
                  </a:cubicBezTo>
                  <a:cubicBezTo>
                    <a:pt x="392" y="7852"/>
                    <a:pt x="447" y="7802"/>
                    <a:pt x="513" y="7802"/>
                  </a:cubicBezTo>
                  <a:lnTo>
                    <a:pt x="4844" y="7802"/>
                  </a:lnTo>
                  <a:lnTo>
                    <a:pt x="4844" y="7840"/>
                  </a:lnTo>
                  <a:cubicBezTo>
                    <a:pt x="4844" y="8144"/>
                    <a:pt x="5090" y="8390"/>
                    <a:pt x="5393" y="8390"/>
                  </a:cubicBezTo>
                  <a:lnTo>
                    <a:pt x="7242" y="8390"/>
                  </a:lnTo>
                  <a:cubicBezTo>
                    <a:pt x="7546" y="8390"/>
                    <a:pt x="7792" y="8144"/>
                    <a:pt x="7792" y="7840"/>
                  </a:cubicBezTo>
                  <a:lnTo>
                    <a:pt x="7792" y="7802"/>
                  </a:lnTo>
                  <a:lnTo>
                    <a:pt x="12086" y="7802"/>
                  </a:lnTo>
                  <a:cubicBezTo>
                    <a:pt x="12151" y="7802"/>
                    <a:pt x="12205" y="7854"/>
                    <a:pt x="12206" y="7918"/>
                  </a:cubicBezTo>
                  <a:cubicBezTo>
                    <a:pt x="12207" y="8305"/>
                    <a:pt x="11893" y="8620"/>
                    <a:pt x="11506" y="8620"/>
                  </a:cubicBezTo>
                  <a:lnTo>
                    <a:pt x="9071" y="8620"/>
                  </a:lnTo>
                  <a:cubicBezTo>
                    <a:pt x="8975" y="8620"/>
                    <a:pt x="8889" y="8689"/>
                    <a:pt x="8882" y="8783"/>
                  </a:cubicBezTo>
                  <a:cubicBezTo>
                    <a:pt x="8873" y="8891"/>
                    <a:pt x="8956" y="8980"/>
                    <a:pt x="9061" y="8980"/>
                  </a:cubicBezTo>
                  <a:lnTo>
                    <a:pt x="11527" y="8980"/>
                  </a:lnTo>
                  <a:cubicBezTo>
                    <a:pt x="12123" y="8980"/>
                    <a:pt x="12609" y="8495"/>
                    <a:pt x="12609" y="7898"/>
                  </a:cubicBezTo>
                  <a:cubicBezTo>
                    <a:pt x="12609" y="7626"/>
                    <a:pt x="12387" y="7406"/>
                    <a:pt x="12116" y="7406"/>
                  </a:cubicBezTo>
                  <a:lnTo>
                    <a:pt x="11809" y="7406"/>
                  </a:lnTo>
                  <a:cubicBezTo>
                    <a:pt x="11900" y="7273"/>
                    <a:pt x="11954" y="7111"/>
                    <a:pt x="11954" y="6939"/>
                  </a:cubicBezTo>
                  <a:lnTo>
                    <a:pt x="11954" y="839"/>
                  </a:lnTo>
                  <a:cubicBezTo>
                    <a:pt x="11954" y="377"/>
                    <a:pt x="11579" y="1"/>
                    <a:pt x="11116" y="1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48"/>
            <p:cNvSpPr/>
            <p:nvPr/>
          </p:nvSpPr>
          <p:spPr>
            <a:xfrm>
              <a:off x="3992644" y="2322431"/>
              <a:ext cx="25610" cy="13639"/>
            </a:xfrm>
            <a:custGeom>
              <a:rect b="b" l="l" r="r" t="t"/>
              <a:pathLst>
                <a:path extrusionOk="0" h="360" w="676">
                  <a:moveTo>
                    <a:pt x="198" y="0"/>
                  </a:moveTo>
                  <a:cubicBezTo>
                    <a:pt x="101" y="0"/>
                    <a:pt x="16" y="70"/>
                    <a:pt x="9" y="164"/>
                  </a:cubicBezTo>
                  <a:cubicBezTo>
                    <a:pt x="1" y="270"/>
                    <a:pt x="84" y="360"/>
                    <a:pt x="189" y="360"/>
                  </a:cubicBezTo>
                  <a:lnTo>
                    <a:pt x="477" y="360"/>
                  </a:lnTo>
                  <a:cubicBezTo>
                    <a:pt x="574" y="360"/>
                    <a:pt x="658" y="291"/>
                    <a:pt x="666" y="196"/>
                  </a:cubicBezTo>
                  <a:cubicBezTo>
                    <a:pt x="675" y="89"/>
                    <a:pt x="591" y="0"/>
                    <a:pt x="487" y="0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48"/>
            <p:cNvSpPr/>
            <p:nvPr/>
          </p:nvSpPr>
          <p:spPr>
            <a:xfrm>
              <a:off x="3992947" y="2350920"/>
              <a:ext cx="25307" cy="13676"/>
            </a:xfrm>
            <a:custGeom>
              <a:rect b="b" l="l" r="r" t="t"/>
              <a:pathLst>
                <a:path extrusionOk="0" h="361" w="668">
                  <a:moveTo>
                    <a:pt x="180" y="0"/>
                  </a:moveTo>
                  <a:cubicBezTo>
                    <a:pt x="81" y="0"/>
                    <a:pt x="0" y="82"/>
                    <a:pt x="0" y="182"/>
                  </a:cubicBezTo>
                  <a:cubicBezTo>
                    <a:pt x="1" y="281"/>
                    <a:pt x="82" y="361"/>
                    <a:pt x="181" y="361"/>
                  </a:cubicBezTo>
                  <a:lnTo>
                    <a:pt x="469" y="361"/>
                  </a:lnTo>
                  <a:cubicBezTo>
                    <a:pt x="566" y="361"/>
                    <a:pt x="650" y="292"/>
                    <a:pt x="658" y="197"/>
                  </a:cubicBezTo>
                  <a:cubicBezTo>
                    <a:pt x="667" y="89"/>
                    <a:pt x="583" y="0"/>
                    <a:pt x="479" y="0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48"/>
            <p:cNvSpPr/>
            <p:nvPr/>
          </p:nvSpPr>
          <p:spPr>
            <a:xfrm>
              <a:off x="3992644" y="2380774"/>
              <a:ext cx="25610" cy="13639"/>
            </a:xfrm>
            <a:custGeom>
              <a:rect b="b" l="l" r="r" t="t"/>
              <a:pathLst>
                <a:path extrusionOk="0" h="360" w="676">
                  <a:moveTo>
                    <a:pt x="199" y="0"/>
                  </a:moveTo>
                  <a:cubicBezTo>
                    <a:pt x="103" y="0"/>
                    <a:pt x="18" y="69"/>
                    <a:pt x="10" y="163"/>
                  </a:cubicBezTo>
                  <a:cubicBezTo>
                    <a:pt x="1" y="269"/>
                    <a:pt x="84" y="359"/>
                    <a:pt x="189" y="359"/>
                  </a:cubicBezTo>
                  <a:lnTo>
                    <a:pt x="477" y="359"/>
                  </a:lnTo>
                  <a:cubicBezTo>
                    <a:pt x="574" y="359"/>
                    <a:pt x="658" y="290"/>
                    <a:pt x="666" y="196"/>
                  </a:cubicBezTo>
                  <a:cubicBezTo>
                    <a:pt x="675" y="89"/>
                    <a:pt x="591" y="0"/>
                    <a:pt x="487" y="0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48"/>
            <p:cNvSpPr/>
            <p:nvPr/>
          </p:nvSpPr>
          <p:spPr>
            <a:xfrm>
              <a:off x="3992985" y="2409263"/>
              <a:ext cx="25269" cy="13676"/>
            </a:xfrm>
            <a:custGeom>
              <a:rect b="b" l="l" r="r" t="t"/>
              <a:pathLst>
                <a:path extrusionOk="0" h="361" w="667">
                  <a:moveTo>
                    <a:pt x="180" y="0"/>
                  </a:moveTo>
                  <a:cubicBezTo>
                    <a:pt x="81" y="0"/>
                    <a:pt x="0" y="82"/>
                    <a:pt x="0" y="181"/>
                  </a:cubicBezTo>
                  <a:cubicBezTo>
                    <a:pt x="0" y="281"/>
                    <a:pt x="81" y="360"/>
                    <a:pt x="180" y="360"/>
                  </a:cubicBezTo>
                  <a:lnTo>
                    <a:pt x="468" y="360"/>
                  </a:lnTo>
                  <a:cubicBezTo>
                    <a:pt x="565" y="360"/>
                    <a:pt x="649" y="291"/>
                    <a:pt x="657" y="197"/>
                  </a:cubicBezTo>
                  <a:cubicBezTo>
                    <a:pt x="666" y="89"/>
                    <a:pt x="582" y="0"/>
                    <a:pt x="478" y="0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48"/>
            <p:cNvSpPr/>
            <p:nvPr/>
          </p:nvSpPr>
          <p:spPr>
            <a:xfrm>
              <a:off x="3992644" y="2439079"/>
              <a:ext cx="25610" cy="13639"/>
            </a:xfrm>
            <a:custGeom>
              <a:rect b="b" l="l" r="r" t="t"/>
              <a:pathLst>
                <a:path extrusionOk="0" h="360" w="676">
                  <a:moveTo>
                    <a:pt x="198" y="1"/>
                  </a:moveTo>
                  <a:cubicBezTo>
                    <a:pt x="101" y="1"/>
                    <a:pt x="16" y="70"/>
                    <a:pt x="9" y="164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477" y="360"/>
                  </a:lnTo>
                  <a:cubicBezTo>
                    <a:pt x="574" y="360"/>
                    <a:pt x="658" y="291"/>
                    <a:pt x="666" y="197"/>
                  </a:cubicBezTo>
                  <a:cubicBezTo>
                    <a:pt x="675" y="90"/>
                    <a:pt x="591" y="1"/>
                    <a:pt x="487" y="1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48"/>
            <p:cNvSpPr/>
            <p:nvPr/>
          </p:nvSpPr>
          <p:spPr>
            <a:xfrm>
              <a:off x="3992985" y="2467644"/>
              <a:ext cx="25269" cy="13676"/>
            </a:xfrm>
            <a:custGeom>
              <a:rect b="b" l="l" r="r" t="t"/>
              <a:pathLst>
                <a:path extrusionOk="0" h="361" w="667">
                  <a:moveTo>
                    <a:pt x="180" y="1"/>
                  </a:moveTo>
                  <a:cubicBezTo>
                    <a:pt x="81" y="1"/>
                    <a:pt x="0" y="81"/>
                    <a:pt x="0" y="181"/>
                  </a:cubicBezTo>
                  <a:cubicBezTo>
                    <a:pt x="0" y="279"/>
                    <a:pt x="81" y="360"/>
                    <a:pt x="180" y="360"/>
                  </a:cubicBezTo>
                  <a:lnTo>
                    <a:pt x="468" y="360"/>
                  </a:lnTo>
                  <a:cubicBezTo>
                    <a:pt x="565" y="360"/>
                    <a:pt x="649" y="291"/>
                    <a:pt x="657" y="197"/>
                  </a:cubicBezTo>
                  <a:cubicBezTo>
                    <a:pt x="666" y="90"/>
                    <a:pt x="582" y="1"/>
                    <a:pt x="478" y="1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48"/>
            <p:cNvSpPr/>
            <p:nvPr/>
          </p:nvSpPr>
          <p:spPr>
            <a:xfrm>
              <a:off x="4069778" y="2322431"/>
              <a:ext cx="35839" cy="13639"/>
            </a:xfrm>
            <a:custGeom>
              <a:rect b="b" l="l" r="r" t="t"/>
              <a:pathLst>
                <a:path extrusionOk="0" h="360" w="946">
                  <a:moveTo>
                    <a:pt x="199" y="0"/>
                  </a:moveTo>
                  <a:cubicBezTo>
                    <a:pt x="103" y="0"/>
                    <a:pt x="17" y="70"/>
                    <a:pt x="10" y="164"/>
                  </a:cubicBezTo>
                  <a:cubicBezTo>
                    <a:pt x="1" y="270"/>
                    <a:pt x="85" y="360"/>
                    <a:pt x="189" y="360"/>
                  </a:cubicBezTo>
                  <a:lnTo>
                    <a:pt x="749" y="360"/>
                  </a:lnTo>
                  <a:cubicBezTo>
                    <a:pt x="844" y="360"/>
                    <a:pt x="929" y="291"/>
                    <a:pt x="937" y="196"/>
                  </a:cubicBezTo>
                  <a:cubicBezTo>
                    <a:pt x="945" y="89"/>
                    <a:pt x="863" y="0"/>
                    <a:pt x="758" y="0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48"/>
            <p:cNvSpPr/>
            <p:nvPr/>
          </p:nvSpPr>
          <p:spPr>
            <a:xfrm>
              <a:off x="4069399" y="2467568"/>
              <a:ext cx="180370" cy="13676"/>
            </a:xfrm>
            <a:custGeom>
              <a:rect b="b" l="l" r="r" t="t"/>
              <a:pathLst>
                <a:path extrusionOk="0" h="361" w="4761">
                  <a:moveTo>
                    <a:pt x="199" y="1"/>
                  </a:moveTo>
                  <a:cubicBezTo>
                    <a:pt x="104" y="1"/>
                    <a:pt x="19" y="71"/>
                    <a:pt x="10" y="165"/>
                  </a:cubicBezTo>
                  <a:cubicBezTo>
                    <a:pt x="0" y="272"/>
                    <a:pt x="85" y="361"/>
                    <a:pt x="193" y="361"/>
                  </a:cubicBezTo>
                  <a:lnTo>
                    <a:pt x="4560" y="361"/>
                  </a:lnTo>
                  <a:cubicBezTo>
                    <a:pt x="4656" y="361"/>
                    <a:pt x="4741" y="292"/>
                    <a:pt x="4750" y="198"/>
                  </a:cubicBezTo>
                  <a:cubicBezTo>
                    <a:pt x="4760" y="92"/>
                    <a:pt x="4675" y="1"/>
                    <a:pt x="4567" y="1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48"/>
            <p:cNvSpPr/>
            <p:nvPr/>
          </p:nvSpPr>
          <p:spPr>
            <a:xfrm>
              <a:off x="4069778" y="2380774"/>
              <a:ext cx="35839" cy="13639"/>
            </a:xfrm>
            <a:custGeom>
              <a:rect b="b" l="l" r="r" t="t"/>
              <a:pathLst>
                <a:path extrusionOk="0" h="360" w="946">
                  <a:moveTo>
                    <a:pt x="199" y="0"/>
                  </a:moveTo>
                  <a:cubicBezTo>
                    <a:pt x="103" y="0"/>
                    <a:pt x="17" y="69"/>
                    <a:pt x="10" y="163"/>
                  </a:cubicBezTo>
                  <a:cubicBezTo>
                    <a:pt x="1" y="269"/>
                    <a:pt x="85" y="359"/>
                    <a:pt x="189" y="359"/>
                  </a:cubicBezTo>
                  <a:lnTo>
                    <a:pt x="749" y="359"/>
                  </a:lnTo>
                  <a:cubicBezTo>
                    <a:pt x="844" y="359"/>
                    <a:pt x="929" y="290"/>
                    <a:pt x="937" y="196"/>
                  </a:cubicBezTo>
                  <a:cubicBezTo>
                    <a:pt x="945" y="89"/>
                    <a:pt x="863" y="0"/>
                    <a:pt x="758" y="0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48"/>
            <p:cNvSpPr/>
            <p:nvPr/>
          </p:nvSpPr>
          <p:spPr>
            <a:xfrm>
              <a:off x="4069778" y="2409263"/>
              <a:ext cx="35839" cy="13676"/>
            </a:xfrm>
            <a:custGeom>
              <a:rect b="b" l="l" r="r" t="t"/>
              <a:pathLst>
                <a:path extrusionOk="0" h="361" w="946">
                  <a:moveTo>
                    <a:pt x="199" y="0"/>
                  </a:moveTo>
                  <a:cubicBezTo>
                    <a:pt x="103" y="0"/>
                    <a:pt x="17" y="70"/>
                    <a:pt x="10" y="165"/>
                  </a:cubicBezTo>
                  <a:cubicBezTo>
                    <a:pt x="1" y="271"/>
                    <a:pt x="85" y="360"/>
                    <a:pt x="189" y="360"/>
                  </a:cubicBezTo>
                  <a:lnTo>
                    <a:pt x="749" y="360"/>
                  </a:lnTo>
                  <a:cubicBezTo>
                    <a:pt x="844" y="360"/>
                    <a:pt x="929" y="291"/>
                    <a:pt x="937" y="197"/>
                  </a:cubicBezTo>
                  <a:cubicBezTo>
                    <a:pt x="945" y="89"/>
                    <a:pt x="863" y="0"/>
                    <a:pt x="758" y="0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48"/>
            <p:cNvSpPr/>
            <p:nvPr/>
          </p:nvSpPr>
          <p:spPr>
            <a:xfrm>
              <a:off x="4167597" y="2439079"/>
              <a:ext cx="35877" cy="13639"/>
            </a:xfrm>
            <a:custGeom>
              <a:rect b="b" l="l" r="r" t="t"/>
              <a:pathLst>
                <a:path extrusionOk="0" h="360" w="947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758" y="360"/>
                  </a:lnTo>
                  <a:cubicBezTo>
                    <a:pt x="862" y="360"/>
                    <a:pt x="946" y="271"/>
                    <a:pt x="937" y="164"/>
                  </a:cubicBezTo>
                  <a:cubicBezTo>
                    <a:pt x="928" y="70"/>
                    <a:pt x="843" y="1"/>
                    <a:pt x="748" y="1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48"/>
            <p:cNvSpPr/>
            <p:nvPr/>
          </p:nvSpPr>
          <p:spPr>
            <a:xfrm>
              <a:off x="4070309" y="2439079"/>
              <a:ext cx="78270" cy="13639"/>
            </a:xfrm>
            <a:custGeom>
              <a:rect b="b" l="l" r="r" t="t"/>
              <a:pathLst>
                <a:path extrusionOk="0" h="360" w="2066">
                  <a:moveTo>
                    <a:pt x="197" y="1"/>
                  </a:moveTo>
                  <a:cubicBezTo>
                    <a:pt x="102" y="1"/>
                    <a:pt x="17" y="70"/>
                    <a:pt x="9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1868" y="360"/>
                  </a:lnTo>
                  <a:cubicBezTo>
                    <a:pt x="1964" y="360"/>
                    <a:pt x="2049" y="291"/>
                    <a:pt x="2056" y="197"/>
                  </a:cubicBezTo>
                  <a:cubicBezTo>
                    <a:pt x="2066" y="90"/>
                    <a:pt x="1982" y="1"/>
                    <a:pt x="1877" y="1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48"/>
            <p:cNvSpPr/>
            <p:nvPr/>
          </p:nvSpPr>
          <p:spPr>
            <a:xfrm>
              <a:off x="4124333" y="2380774"/>
              <a:ext cx="35839" cy="13639"/>
            </a:xfrm>
            <a:custGeom>
              <a:rect b="b" l="l" r="r" t="t"/>
              <a:pathLst>
                <a:path extrusionOk="0" h="360" w="946">
                  <a:moveTo>
                    <a:pt x="199" y="0"/>
                  </a:moveTo>
                  <a:cubicBezTo>
                    <a:pt x="103" y="0"/>
                    <a:pt x="18" y="69"/>
                    <a:pt x="10" y="163"/>
                  </a:cubicBezTo>
                  <a:cubicBezTo>
                    <a:pt x="1" y="270"/>
                    <a:pt x="85" y="359"/>
                    <a:pt x="189" y="359"/>
                  </a:cubicBezTo>
                  <a:lnTo>
                    <a:pt x="758" y="359"/>
                  </a:lnTo>
                  <a:cubicBezTo>
                    <a:pt x="863" y="359"/>
                    <a:pt x="946" y="270"/>
                    <a:pt x="937" y="163"/>
                  </a:cubicBezTo>
                  <a:cubicBezTo>
                    <a:pt x="929" y="69"/>
                    <a:pt x="843" y="0"/>
                    <a:pt x="749" y="0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48"/>
            <p:cNvSpPr/>
            <p:nvPr/>
          </p:nvSpPr>
          <p:spPr>
            <a:xfrm>
              <a:off x="4173697" y="2380660"/>
              <a:ext cx="75240" cy="13714"/>
            </a:xfrm>
            <a:custGeom>
              <a:rect b="b" l="l" r="r" t="t"/>
              <a:pathLst>
                <a:path extrusionOk="0" h="362" w="1986">
                  <a:moveTo>
                    <a:pt x="199" y="1"/>
                  </a:moveTo>
                  <a:cubicBezTo>
                    <a:pt x="102" y="1"/>
                    <a:pt x="17" y="71"/>
                    <a:pt x="10" y="165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1788" y="361"/>
                  </a:lnTo>
                  <a:cubicBezTo>
                    <a:pt x="1883" y="361"/>
                    <a:pt x="1969" y="292"/>
                    <a:pt x="1976" y="198"/>
                  </a:cubicBezTo>
                  <a:cubicBezTo>
                    <a:pt x="1985" y="92"/>
                    <a:pt x="1902" y="1"/>
                    <a:pt x="1797" y="1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48"/>
            <p:cNvSpPr/>
            <p:nvPr/>
          </p:nvSpPr>
          <p:spPr>
            <a:xfrm>
              <a:off x="4125734" y="2322355"/>
              <a:ext cx="163133" cy="13676"/>
            </a:xfrm>
            <a:custGeom>
              <a:rect b="b" l="l" r="r" t="t"/>
              <a:pathLst>
                <a:path extrusionOk="0" h="361" w="4306">
                  <a:moveTo>
                    <a:pt x="198" y="0"/>
                  </a:moveTo>
                  <a:cubicBezTo>
                    <a:pt x="103" y="0"/>
                    <a:pt x="17" y="71"/>
                    <a:pt x="10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106" y="361"/>
                  </a:lnTo>
                  <a:cubicBezTo>
                    <a:pt x="4201" y="361"/>
                    <a:pt x="4287" y="292"/>
                    <a:pt x="4295" y="197"/>
                  </a:cubicBezTo>
                  <a:cubicBezTo>
                    <a:pt x="4305" y="91"/>
                    <a:pt x="4221" y="0"/>
                    <a:pt x="4116" y="0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48"/>
            <p:cNvSpPr/>
            <p:nvPr/>
          </p:nvSpPr>
          <p:spPr>
            <a:xfrm>
              <a:off x="4069399" y="2350920"/>
              <a:ext cx="180370" cy="13676"/>
            </a:xfrm>
            <a:custGeom>
              <a:rect b="b" l="l" r="r" t="t"/>
              <a:pathLst>
                <a:path extrusionOk="0" h="361" w="4761">
                  <a:moveTo>
                    <a:pt x="199" y="0"/>
                  </a:moveTo>
                  <a:cubicBezTo>
                    <a:pt x="104" y="0"/>
                    <a:pt x="19" y="71"/>
                    <a:pt x="10" y="165"/>
                  </a:cubicBezTo>
                  <a:cubicBezTo>
                    <a:pt x="0" y="272"/>
                    <a:pt x="85" y="361"/>
                    <a:pt x="193" y="361"/>
                  </a:cubicBezTo>
                  <a:lnTo>
                    <a:pt x="4560" y="361"/>
                  </a:lnTo>
                  <a:cubicBezTo>
                    <a:pt x="4656" y="361"/>
                    <a:pt x="4741" y="292"/>
                    <a:pt x="4750" y="197"/>
                  </a:cubicBezTo>
                  <a:cubicBezTo>
                    <a:pt x="4760" y="89"/>
                    <a:pt x="4675" y="0"/>
                    <a:pt x="4567" y="0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48"/>
            <p:cNvSpPr/>
            <p:nvPr/>
          </p:nvSpPr>
          <p:spPr>
            <a:xfrm>
              <a:off x="3957335" y="2286364"/>
              <a:ext cx="368735" cy="229621"/>
            </a:xfrm>
            <a:custGeom>
              <a:rect b="b" l="l" r="r" t="t"/>
              <a:pathLst>
                <a:path extrusionOk="0" h="6061" w="9733">
                  <a:moveTo>
                    <a:pt x="9256" y="394"/>
                  </a:moveTo>
                  <a:cubicBezTo>
                    <a:pt x="9319" y="394"/>
                    <a:pt x="9369" y="446"/>
                    <a:pt x="9369" y="508"/>
                  </a:cubicBezTo>
                  <a:lnTo>
                    <a:pt x="9369" y="5604"/>
                  </a:lnTo>
                  <a:lnTo>
                    <a:pt x="9378" y="5604"/>
                  </a:lnTo>
                  <a:cubicBezTo>
                    <a:pt x="9378" y="5648"/>
                    <a:pt x="9263" y="5702"/>
                    <a:pt x="9263" y="5702"/>
                  </a:cubicBezTo>
                  <a:lnTo>
                    <a:pt x="2523" y="5702"/>
                  </a:lnTo>
                  <a:lnTo>
                    <a:pt x="2523" y="394"/>
                  </a:lnTo>
                  <a:close/>
                  <a:moveTo>
                    <a:pt x="192" y="0"/>
                  </a:moveTo>
                  <a:cubicBezTo>
                    <a:pt x="86" y="0"/>
                    <a:pt x="1" y="85"/>
                    <a:pt x="1" y="191"/>
                  </a:cubicBezTo>
                  <a:lnTo>
                    <a:pt x="1" y="1073"/>
                  </a:lnTo>
                  <a:cubicBezTo>
                    <a:pt x="1" y="1094"/>
                    <a:pt x="10" y="1115"/>
                    <a:pt x="25" y="1128"/>
                  </a:cubicBezTo>
                  <a:cubicBezTo>
                    <a:pt x="76" y="1178"/>
                    <a:pt x="131" y="1199"/>
                    <a:pt x="181" y="1199"/>
                  </a:cubicBezTo>
                  <a:cubicBezTo>
                    <a:pt x="280" y="1199"/>
                    <a:pt x="361" y="1117"/>
                    <a:pt x="361" y="1015"/>
                  </a:cubicBezTo>
                  <a:lnTo>
                    <a:pt x="361" y="508"/>
                  </a:lnTo>
                  <a:cubicBezTo>
                    <a:pt x="361" y="446"/>
                    <a:pt x="412" y="393"/>
                    <a:pt x="476" y="393"/>
                  </a:cubicBezTo>
                  <a:lnTo>
                    <a:pt x="2163" y="393"/>
                  </a:lnTo>
                  <a:lnTo>
                    <a:pt x="2163" y="5700"/>
                  </a:lnTo>
                  <a:lnTo>
                    <a:pt x="475" y="5700"/>
                  </a:lnTo>
                  <a:cubicBezTo>
                    <a:pt x="412" y="5700"/>
                    <a:pt x="361" y="5650"/>
                    <a:pt x="361" y="5587"/>
                  </a:cubicBezTo>
                  <a:lnTo>
                    <a:pt x="361" y="1897"/>
                  </a:lnTo>
                  <a:cubicBezTo>
                    <a:pt x="361" y="1802"/>
                    <a:pt x="292" y="1717"/>
                    <a:pt x="197" y="1708"/>
                  </a:cubicBezTo>
                  <a:cubicBezTo>
                    <a:pt x="192" y="1707"/>
                    <a:pt x="186" y="1707"/>
                    <a:pt x="181" y="1707"/>
                  </a:cubicBezTo>
                  <a:cubicBezTo>
                    <a:pt x="81" y="1707"/>
                    <a:pt x="1" y="1789"/>
                    <a:pt x="1" y="1891"/>
                  </a:cubicBezTo>
                  <a:lnTo>
                    <a:pt x="1" y="5578"/>
                  </a:lnTo>
                  <a:cubicBezTo>
                    <a:pt x="1" y="5845"/>
                    <a:pt x="217" y="6060"/>
                    <a:pt x="483" y="6060"/>
                  </a:cubicBezTo>
                  <a:lnTo>
                    <a:pt x="9249" y="6060"/>
                  </a:lnTo>
                  <a:cubicBezTo>
                    <a:pt x="9516" y="6060"/>
                    <a:pt x="9731" y="5845"/>
                    <a:pt x="9731" y="5578"/>
                  </a:cubicBezTo>
                  <a:lnTo>
                    <a:pt x="9731" y="483"/>
                  </a:lnTo>
                  <a:cubicBezTo>
                    <a:pt x="9732" y="217"/>
                    <a:pt x="9515" y="0"/>
                    <a:pt x="9249" y="0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3" name="Google Shape;1593;p48"/>
          <p:cNvSpPr/>
          <p:nvPr/>
        </p:nvSpPr>
        <p:spPr>
          <a:xfrm>
            <a:off x="2037914" y="3086157"/>
            <a:ext cx="448452" cy="449595"/>
          </a:xfrm>
          <a:custGeom>
            <a:rect b="b" l="l" r="r" t="t"/>
            <a:pathLst>
              <a:path extrusionOk="0" h="12584" w="12552">
                <a:moveTo>
                  <a:pt x="6958" y="362"/>
                </a:moveTo>
                <a:cubicBezTo>
                  <a:pt x="7113" y="362"/>
                  <a:pt x="7276" y="485"/>
                  <a:pt x="7305" y="639"/>
                </a:cubicBezTo>
                <a:cubicBezTo>
                  <a:pt x="7346" y="854"/>
                  <a:pt x="7207" y="1066"/>
                  <a:pt x="6986" y="1082"/>
                </a:cubicBezTo>
                <a:cubicBezTo>
                  <a:pt x="6976" y="1083"/>
                  <a:pt x="6969" y="1083"/>
                  <a:pt x="6959" y="1083"/>
                </a:cubicBezTo>
                <a:lnTo>
                  <a:pt x="5486" y="1083"/>
                </a:lnTo>
                <a:cubicBezTo>
                  <a:pt x="5477" y="1083"/>
                  <a:pt x="5470" y="1083"/>
                  <a:pt x="5463" y="1082"/>
                </a:cubicBezTo>
                <a:cubicBezTo>
                  <a:pt x="5268" y="1068"/>
                  <a:pt x="5135" y="903"/>
                  <a:pt x="5135" y="714"/>
                </a:cubicBezTo>
                <a:cubicBezTo>
                  <a:pt x="5135" y="521"/>
                  <a:pt x="5293" y="362"/>
                  <a:pt x="5487" y="362"/>
                </a:cubicBezTo>
                <a:close/>
                <a:moveTo>
                  <a:pt x="7666" y="2852"/>
                </a:moveTo>
                <a:lnTo>
                  <a:pt x="7666" y="3540"/>
                </a:lnTo>
                <a:lnTo>
                  <a:pt x="4784" y="3540"/>
                </a:lnTo>
                <a:lnTo>
                  <a:pt x="4784" y="2852"/>
                </a:lnTo>
                <a:close/>
                <a:moveTo>
                  <a:pt x="3242" y="7012"/>
                </a:moveTo>
                <a:lnTo>
                  <a:pt x="3242" y="7701"/>
                </a:lnTo>
                <a:lnTo>
                  <a:pt x="360" y="7701"/>
                </a:lnTo>
                <a:lnTo>
                  <a:pt x="360" y="7012"/>
                </a:lnTo>
                <a:close/>
                <a:moveTo>
                  <a:pt x="12189" y="7012"/>
                </a:moveTo>
                <a:lnTo>
                  <a:pt x="12189" y="7701"/>
                </a:lnTo>
                <a:lnTo>
                  <a:pt x="9306" y="7701"/>
                </a:lnTo>
                <a:lnTo>
                  <a:pt x="9306" y="7012"/>
                </a:lnTo>
                <a:close/>
                <a:moveTo>
                  <a:pt x="3242" y="9273"/>
                </a:moveTo>
                <a:lnTo>
                  <a:pt x="3242" y="9963"/>
                </a:lnTo>
                <a:lnTo>
                  <a:pt x="360" y="9963"/>
                </a:lnTo>
                <a:lnTo>
                  <a:pt x="360" y="9273"/>
                </a:lnTo>
                <a:close/>
                <a:moveTo>
                  <a:pt x="2553" y="11502"/>
                </a:moveTo>
                <a:cubicBezTo>
                  <a:pt x="2651" y="11502"/>
                  <a:pt x="2747" y="11544"/>
                  <a:pt x="2813" y="11616"/>
                </a:cubicBezTo>
                <a:cubicBezTo>
                  <a:pt x="2960" y="11778"/>
                  <a:pt x="2923" y="12049"/>
                  <a:pt x="2742" y="12166"/>
                </a:cubicBezTo>
                <a:cubicBezTo>
                  <a:pt x="2685" y="12203"/>
                  <a:pt x="2619" y="12222"/>
                  <a:pt x="2554" y="12222"/>
                </a:cubicBezTo>
                <a:lnTo>
                  <a:pt x="1080" y="12222"/>
                </a:lnTo>
                <a:cubicBezTo>
                  <a:pt x="852" y="12222"/>
                  <a:pt x="696" y="12009"/>
                  <a:pt x="734" y="11787"/>
                </a:cubicBezTo>
                <a:cubicBezTo>
                  <a:pt x="762" y="11621"/>
                  <a:pt x="912" y="11502"/>
                  <a:pt x="1082" y="11502"/>
                </a:cubicBezTo>
                <a:close/>
                <a:moveTo>
                  <a:pt x="5505" y="0"/>
                </a:moveTo>
                <a:cubicBezTo>
                  <a:pt x="5331" y="0"/>
                  <a:pt x="5159" y="68"/>
                  <a:pt x="5031" y="191"/>
                </a:cubicBezTo>
                <a:cubicBezTo>
                  <a:pt x="4902" y="312"/>
                  <a:pt x="4823" y="480"/>
                  <a:pt x="4809" y="658"/>
                </a:cubicBezTo>
                <a:cubicBezTo>
                  <a:pt x="4796" y="843"/>
                  <a:pt x="4846" y="1029"/>
                  <a:pt x="4961" y="1175"/>
                </a:cubicBezTo>
                <a:cubicBezTo>
                  <a:pt x="5070" y="1314"/>
                  <a:pt x="5230" y="1408"/>
                  <a:pt x="5402" y="1434"/>
                </a:cubicBezTo>
                <a:cubicBezTo>
                  <a:pt x="5436" y="1439"/>
                  <a:pt x="5470" y="1442"/>
                  <a:pt x="5505" y="1442"/>
                </a:cubicBezTo>
                <a:lnTo>
                  <a:pt x="6030" y="1442"/>
                </a:lnTo>
                <a:lnTo>
                  <a:pt x="6030" y="2491"/>
                </a:lnTo>
                <a:lnTo>
                  <a:pt x="4577" y="2491"/>
                </a:lnTo>
                <a:cubicBezTo>
                  <a:pt x="4475" y="2491"/>
                  <a:pt x="4392" y="2574"/>
                  <a:pt x="4392" y="2675"/>
                </a:cubicBezTo>
                <a:lnTo>
                  <a:pt x="4392" y="3748"/>
                </a:lnTo>
                <a:cubicBezTo>
                  <a:pt x="4392" y="3849"/>
                  <a:pt x="4474" y="3932"/>
                  <a:pt x="4577" y="3932"/>
                </a:cubicBezTo>
                <a:lnTo>
                  <a:pt x="6030" y="3932"/>
                </a:lnTo>
                <a:lnTo>
                  <a:pt x="6030" y="4753"/>
                </a:lnTo>
                <a:lnTo>
                  <a:pt x="3368" y="5570"/>
                </a:lnTo>
                <a:lnTo>
                  <a:pt x="1823" y="5570"/>
                </a:lnTo>
                <a:cubicBezTo>
                  <a:pt x="1722" y="5570"/>
                  <a:pt x="1639" y="5653"/>
                  <a:pt x="1639" y="5754"/>
                </a:cubicBezTo>
                <a:lnTo>
                  <a:pt x="1639" y="6651"/>
                </a:lnTo>
                <a:lnTo>
                  <a:pt x="186" y="6651"/>
                </a:lnTo>
                <a:cubicBezTo>
                  <a:pt x="84" y="6651"/>
                  <a:pt x="1" y="6734"/>
                  <a:pt x="1" y="6836"/>
                </a:cubicBezTo>
                <a:lnTo>
                  <a:pt x="1" y="7908"/>
                </a:lnTo>
                <a:cubicBezTo>
                  <a:pt x="1" y="8010"/>
                  <a:pt x="84" y="8093"/>
                  <a:pt x="186" y="8093"/>
                </a:cubicBezTo>
                <a:lnTo>
                  <a:pt x="1639" y="8093"/>
                </a:lnTo>
                <a:lnTo>
                  <a:pt x="1639" y="8880"/>
                </a:lnTo>
                <a:lnTo>
                  <a:pt x="186" y="8880"/>
                </a:lnTo>
                <a:cubicBezTo>
                  <a:pt x="84" y="8880"/>
                  <a:pt x="1" y="8962"/>
                  <a:pt x="1" y="9064"/>
                </a:cubicBezTo>
                <a:lnTo>
                  <a:pt x="1" y="10136"/>
                </a:lnTo>
                <a:cubicBezTo>
                  <a:pt x="1" y="10238"/>
                  <a:pt x="84" y="10321"/>
                  <a:pt x="186" y="10321"/>
                </a:cubicBezTo>
                <a:lnTo>
                  <a:pt x="1639" y="10321"/>
                </a:lnTo>
                <a:lnTo>
                  <a:pt x="1639" y="11141"/>
                </a:lnTo>
                <a:lnTo>
                  <a:pt x="1041" y="11141"/>
                </a:lnTo>
                <a:cubicBezTo>
                  <a:pt x="834" y="11141"/>
                  <a:pt x="588" y="11291"/>
                  <a:pt x="503" y="11478"/>
                </a:cubicBezTo>
                <a:cubicBezTo>
                  <a:pt x="351" y="11802"/>
                  <a:pt x="403" y="12170"/>
                  <a:pt x="644" y="12396"/>
                </a:cubicBezTo>
                <a:cubicBezTo>
                  <a:pt x="772" y="12515"/>
                  <a:pt x="941" y="12583"/>
                  <a:pt x="1114" y="12583"/>
                </a:cubicBezTo>
                <a:lnTo>
                  <a:pt x="2537" y="12583"/>
                </a:lnTo>
                <a:cubicBezTo>
                  <a:pt x="2605" y="12583"/>
                  <a:pt x="2673" y="12574"/>
                  <a:pt x="2739" y="12551"/>
                </a:cubicBezTo>
                <a:cubicBezTo>
                  <a:pt x="3202" y="12385"/>
                  <a:pt x="3340" y="11865"/>
                  <a:pt x="3121" y="11451"/>
                </a:cubicBezTo>
                <a:cubicBezTo>
                  <a:pt x="3031" y="11279"/>
                  <a:pt x="2792" y="11142"/>
                  <a:pt x="2598" y="11142"/>
                </a:cubicBezTo>
                <a:lnTo>
                  <a:pt x="2000" y="11142"/>
                </a:lnTo>
                <a:lnTo>
                  <a:pt x="2000" y="10322"/>
                </a:lnTo>
                <a:lnTo>
                  <a:pt x="3453" y="10322"/>
                </a:lnTo>
                <a:cubicBezTo>
                  <a:pt x="3556" y="10322"/>
                  <a:pt x="3638" y="10240"/>
                  <a:pt x="3638" y="10138"/>
                </a:cubicBezTo>
                <a:lnTo>
                  <a:pt x="3638" y="9065"/>
                </a:lnTo>
                <a:cubicBezTo>
                  <a:pt x="3638" y="8963"/>
                  <a:pt x="3556" y="8881"/>
                  <a:pt x="3453" y="8881"/>
                </a:cubicBezTo>
                <a:lnTo>
                  <a:pt x="2000" y="8881"/>
                </a:lnTo>
                <a:lnTo>
                  <a:pt x="2000" y="8094"/>
                </a:lnTo>
                <a:lnTo>
                  <a:pt x="3453" y="8094"/>
                </a:lnTo>
                <a:cubicBezTo>
                  <a:pt x="3556" y="8094"/>
                  <a:pt x="3638" y="8011"/>
                  <a:pt x="3638" y="7910"/>
                </a:cubicBezTo>
                <a:lnTo>
                  <a:pt x="3638" y="6837"/>
                </a:lnTo>
                <a:cubicBezTo>
                  <a:pt x="3638" y="6735"/>
                  <a:pt x="3556" y="6653"/>
                  <a:pt x="3453" y="6653"/>
                </a:cubicBezTo>
                <a:lnTo>
                  <a:pt x="2000" y="6653"/>
                </a:lnTo>
                <a:lnTo>
                  <a:pt x="2000" y="5931"/>
                </a:lnTo>
                <a:lnTo>
                  <a:pt x="3367" y="5931"/>
                </a:lnTo>
                <a:lnTo>
                  <a:pt x="4567" y="6313"/>
                </a:lnTo>
                <a:cubicBezTo>
                  <a:pt x="4585" y="6318"/>
                  <a:pt x="4604" y="6321"/>
                  <a:pt x="4622" y="6321"/>
                </a:cubicBezTo>
                <a:cubicBezTo>
                  <a:pt x="4719" y="6321"/>
                  <a:pt x="4808" y="6241"/>
                  <a:pt x="4807" y="6126"/>
                </a:cubicBezTo>
                <a:cubicBezTo>
                  <a:pt x="4807" y="6044"/>
                  <a:pt x="4751" y="5975"/>
                  <a:pt x="4673" y="5951"/>
                </a:cubicBezTo>
                <a:lnTo>
                  <a:pt x="4016" y="5743"/>
                </a:lnTo>
                <a:lnTo>
                  <a:pt x="6221" y="5043"/>
                </a:lnTo>
                <a:lnTo>
                  <a:pt x="8426" y="5743"/>
                </a:lnTo>
                <a:lnTo>
                  <a:pt x="6221" y="6441"/>
                </a:lnTo>
                <a:lnTo>
                  <a:pt x="5498" y="6213"/>
                </a:lnTo>
                <a:cubicBezTo>
                  <a:pt x="5480" y="6207"/>
                  <a:pt x="5461" y="6204"/>
                  <a:pt x="5443" y="6204"/>
                </a:cubicBezTo>
                <a:cubicBezTo>
                  <a:pt x="5365" y="6204"/>
                  <a:pt x="5293" y="6256"/>
                  <a:pt x="5268" y="6337"/>
                </a:cubicBezTo>
                <a:cubicBezTo>
                  <a:pt x="5238" y="6436"/>
                  <a:pt x="5291" y="6543"/>
                  <a:pt x="5389" y="6572"/>
                </a:cubicBezTo>
                <a:lnTo>
                  <a:pt x="6166" y="6818"/>
                </a:lnTo>
                <a:cubicBezTo>
                  <a:pt x="6184" y="6824"/>
                  <a:pt x="6203" y="6827"/>
                  <a:pt x="6221" y="6827"/>
                </a:cubicBezTo>
                <a:cubicBezTo>
                  <a:pt x="6240" y="6827"/>
                  <a:pt x="6258" y="6824"/>
                  <a:pt x="6276" y="6818"/>
                </a:cubicBezTo>
                <a:lnTo>
                  <a:pt x="9076" y="5931"/>
                </a:lnTo>
                <a:lnTo>
                  <a:pt x="10553" y="5931"/>
                </a:lnTo>
                <a:lnTo>
                  <a:pt x="10553" y="6653"/>
                </a:lnTo>
                <a:lnTo>
                  <a:pt x="9100" y="6653"/>
                </a:lnTo>
                <a:cubicBezTo>
                  <a:pt x="8998" y="6653"/>
                  <a:pt x="8915" y="6735"/>
                  <a:pt x="8915" y="6837"/>
                </a:cubicBezTo>
                <a:lnTo>
                  <a:pt x="8915" y="7910"/>
                </a:lnTo>
                <a:cubicBezTo>
                  <a:pt x="8915" y="8011"/>
                  <a:pt x="8998" y="8094"/>
                  <a:pt x="9100" y="8094"/>
                </a:cubicBezTo>
                <a:lnTo>
                  <a:pt x="10553" y="8094"/>
                </a:lnTo>
                <a:lnTo>
                  <a:pt x="10553" y="8881"/>
                </a:lnTo>
                <a:lnTo>
                  <a:pt x="10017" y="8881"/>
                </a:lnTo>
                <a:cubicBezTo>
                  <a:pt x="9795" y="8881"/>
                  <a:pt x="9582" y="8986"/>
                  <a:pt x="9448" y="9165"/>
                </a:cubicBezTo>
                <a:cubicBezTo>
                  <a:pt x="9400" y="9229"/>
                  <a:pt x="9362" y="9303"/>
                  <a:pt x="9337" y="9379"/>
                </a:cubicBezTo>
                <a:cubicBezTo>
                  <a:pt x="9264" y="9613"/>
                  <a:pt x="9312" y="9879"/>
                  <a:pt x="9469" y="10065"/>
                </a:cubicBezTo>
                <a:cubicBezTo>
                  <a:pt x="9604" y="10227"/>
                  <a:pt x="9807" y="10324"/>
                  <a:pt x="10017" y="10324"/>
                </a:cubicBezTo>
                <a:lnTo>
                  <a:pt x="10103" y="10324"/>
                </a:lnTo>
                <a:cubicBezTo>
                  <a:pt x="10198" y="10324"/>
                  <a:pt x="10284" y="10254"/>
                  <a:pt x="10291" y="10160"/>
                </a:cubicBezTo>
                <a:cubicBezTo>
                  <a:pt x="10301" y="10053"/>
                  <a:pt x="10217" y="9964"/>
                  <a:pt x="10112" y="9964"/>
                </a:cubicBezTo>
                <a:lnTo>
                  <a:pt x="10004" y="9964"/>
                </a:lnTo>
                <a:cubicBezTo>
                  <a:pt x="9756" y="9964"/>
                  <a:pt x="9593" y="9706"/>
                  <a:pt x="9673" y="9477"/>
                </a:cubicBezTo>
                <a:cubicBezTo>
                  <a:pt x="9721" y="9342"/>
                  <a:pt x="9861" y="9242"/>
                  <a:pt x="10004" y="9242"/>
                </a:cubicBezTo>
                <a:lnTo>
                  <a:pt x="11479" y="9242"/>
                </a:lnTo>
                <a:cubicBezTo>
                  <a:pt x="11673" y="9242"/>
                  <a:pt x="11831" y="9399"/>
                  <a:pt x="11831" y="9594"/>
                </a:cubicBezTo>
                <a:cubicBezTo>
                  <a:pt x="11831" y="9792"/>
                  <a:pt x="11684" y="9964"/>
                  <a:pt x="11479" y="9964"/>
                </a:cubicBezTo>
                <a:lnTo>
                  <a:pt x="10977" y="9964"/>
                </a:lnTo>
                <a:cubicBezTo>
                  <a:pt x="10882" y="9964"/>
                  <a:pt x="10797" y="10033"/>
                  <a:pt x="10789" y="10127"/>
                </a:cubicBezTo>
                <a:cubicBezTo>
                  <a:pt x="10779" y="10235"/>
                  <a:pt x="10863" y="10324"/>
                  <a:pt x="10968" y="10324"/>
                </a:cubicBezTo>
                <a:lnTo>
                  <a:pt x="11449" y="10324"/>
                </a:lnTo>
                <a:cubicBezTo>
                  <a:pt x="11610" y="10324"/>
                  <a:pt x="11767" y="10268"/>
                  <a:pt x="11891" y="10169"/>
                </a:cubicBezTo>
                <a:cubicBezTo>
                  <a:pt x="12067" y="10029"/>
                  <a:pt x="12161" y="9817"/>
                  <a:pt x="12162" y="9593"/>
                </a:cubicBezTo>
                <a:cubicBezTo>
                  <a:pt x="12162" y="9200"/>
                  <a:pt x="11842" y="8881"/>
                  <a:pt x="11449" y="8881"/>
                </a:cubicBezTo>
                <a:lnTo>
                  <a:pt x="10913" y="8881"/>
                </a:lnTo>
                <a:lnTo>
                  <a:pt x="10913" y="8094"/>
                </a:lnTo>
                <a:lnTo>
                  <a:pt x="12366" y="8094"/>
                </a:lnTo>
                <a:cubicBezTo>
                  <a:pt x="12469" y="8094"/>
                  <a:pt x="12551" y="8011"/>
                  <a:pt x="12551" y="7910"/>
                </a:cubicBezTo>
                <a:lnTo>
                  <a:pt x="12551" y="6837"/>
                </a:lnTo>
                <a:cubicBezTo>
                  <a:pt x="12548" y="6737"/>
                  <a:pt x="12466" y="6653"/>
                  <a:pt x="12364" y="6653"/>
                </a:cubicBezTo>
                <a:lnTo>
                  <a:pt x="10911" y="6653"/>
                </a:lnTo>
                <a:lnTo>
                  <a:pt x="10911" y="5755"/>
                </a:lnTo>
                <a:cubicBezTo>
                  <a:pt x="10911" y="5654"/>
                  <a:pt x="10828" y="5571"/>
                  <a:pt x="10726" y="5571"/>
                </a:cubicBezTo>
                <a:lnTo>
                  <a:pt x="9064" y="5571"/>
                </a:lnTo>
                <a:lnTo>
                  <a:pt x="6390" y="4737"/>
                </a:lnTo>
                <a:lnTo>
                  <a:pt x="6390" y="3933"/>
                </a:lnTo>
                <a:lnTo>
                  <a:pt x="7843" y="3933"/>
                </a:lnTo>
                <a:cubicBezTo>
                  <a:pt x="7945" y="3933"/>
                  <a:pt x="8028" y="3851"/>
                  <a:pt x="8028" y="3749"/>
                </a:cubicBezTo>
                <a:lnTo>
                  <a:pt x="8028" y="2676"/>
                </a:lnTo>
                <a:cubicBezTo>
                  <a:pt x="8028" y="2575"/>
                  <a:pt x="7945" y="2492"/>
                  <a:pt x="7843" y="2492"/>
                </a:cubicBezTo>
                <a:lnTo>
                  <a:pt x="6390" y="2492"/>
                </a:lnTo>
                <a:lnTo>
                  <a:pt x="6390" y="1443"/>
                </a:lnTo>
                <a:lnTo>
                  <a:pt x="6915" y="1443"/>
                </a:lnTo>
                <a:cubicBezTo>
                  <a:pt x="6937" y="1443"/>
                  <a:pt x="6961" y="1441"/>
                  <a:pt x="6984" y="1439"/>
                </a:cubicBezTo>
                <a:cubicBezTo>
                  <a:pt x="7157" y="1422"/>
                  <a:pt x="7320" y="1336"/>
                  <a:pt x="7436" y="1203"/>
                </a:cubicBezTo>
                <a:cubicBezTo>
                  <a:pt x="7554" y="1066"/>
                  <a:pt x="7613" y="894"/>
                  <a:pt x="7612" y="712"/>
                </a:cubicBezTo>
                <a:cubicBezTo>
                  <a:pt x="7612" y="320"/>
                  <a:pt x="7299" y="0"/>
                  <a:pt x="6915" y="0"/>
                </a:cubicBezTo>
                <a:close/>
              </a:path>
            </a:pathLst>
          </a:custGeom>
          <a:solidFill>
            <a:srgbClr val="EB91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94" name="Google Shape;1594;p48"/>
          <p:cNvGrpSpPr/>
          <p:nvPr/>
        </p:nvGrpSpPr>
        <p:grpSpPr>
          <a:xfrm>
            <a:off x="2037268" y="1203652"/>
            <a:ext cx="449761" cy="398096"/>
            <a:chOff x="6364624" y="740505"/>
            <a:chExt cx="476896" cy="422115"/>
          </a:xfrm>
        </p:grpSpPr>
        <p:sp>
          <p:nvSpPr>
            <p:cNvPr id="1595" name="Google Shape;1595;p48"/>
            <p:cNvSpPr/>
            <p:nvPr/>
          </p:nvSpPr>
          <p:spPr>
            <a:xfrm>
              <a:off x="6638230" y="799719"/>
              <a:ext cx="143622" cy="142410"/>
            </a:xfrm>
            <a:custGeom>
              <a:rect b="b" l="l" r="r" t="t"/>
              <a:pathLst>
                <a:path extrusionOk="0" h="3759" w="3791">
                  <a:moveTo>
                    <a:pt x="1880" y="370"/>
                  </a:moveTo>
                  <a:cubicBezTo>
                    <a:pt x="2712" y="370"/>
                    <a:pt x="3391" y="1049"/>
                    <a:pt x="3391" y="1881"/>
                  </a:cubicBezTo>
                  <a:cubicBezTo>
                    <a:pt x="3391" y="2730"/>
                    <a:pt x="2671" y="3380"/>
                    <a:pt x="1880" y="3390"/>
                  </a:cubicBezTo>
                  <a:cubicBezTo>
                    <a:pt x="1873" y="3390"/>
                    <a:pt x="1867" y="3390"/>
                    <a:pt x="1861" y="3390"/>
                  </a:cubicBezTo>
                  <a:cubicBezTo>
                    <a:pt x="1320" y="3390"/>
                    <a:pt x="846" y="3110"/>
                    <a:pt x="582" y="2638"/>
                  </a:cubicBezTo>
                  <a:cubicBezTo>
                    <a:pt x="413" y="2337"/>
                    <a:pt x="351" y="1983"/>
                    <a:pt x="391" y="1643"/>
                  </a:cubicBezTo>
                  <a:cubicBezTo>
                    <a:pt x="475" y="925"/>
                    <a:pt x="1173" y="370"/>
                    <a:pt x="1880" y="370"/>
                  </a:cubicBezTo>
                  <a:close/>
                  <a:moveTo>
                    <a:pt x="1880" y="0"/>
                  </a:moveTo>
                  <a:cubicBezTo>
                    <a:pt x="844" y="0"/>
                    <a:pt x="1" y="843"/>
                    <a:pt x="1" y="1879"/>
                  </a:cubicBezTo>
                  <a:cubicBezTo>
                    <a:pt x="1" y="2915"/>
                    <a:pt x="844" y="3758"/>
                    <a:pt x="1880" y="3758"/>
                  </a:cubicBezTo>
                  <a:cubicBezTo>
                    <a:pt x="2964" y="3758"/>
                    <a:pt x="3791" y="2750"/>
                    <a:pt x="3721" y="1690"/>
                  </a:cubicBezTo>
                  <a:cubicBezTo>
                    <a:pt x="3691" y="1261"/>
                    <a:pt x="3512" y="854"/>
                    <a:pt x="3209" y="550"/>
                  </a:cubicBezTo>
                  <a:cubicBezTo>
                    <a:pt x="2858" y="202"/>
                    <a:pt x="2376" y="0"/>
                    <a:pt x="1880" y="0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48"/>
            <p:cNvSpPr/>
            <p:nvPr/>
          </p:nvSpPr>
          <p:spPr>
            <a:xfrm>
              <a:off x="6693731" y="842529"/>
              <a:ext cx="32960" cy="56903"/>
            </a:xfrm>
            <a:custGeom>
              <a:rect b="b" l="l" r="r" t="t"/>
              <a:pathLst>
                <a:path extrusionOk="0" h="1502" w="870">
                  <a:moveTo>
                    <a:pt x="661" y="1"/>
                  </a:moveTo>
                  <a:cubicBezTo>
                    <a:pt x="588" y="1"/>
                    <a:pt x="518" y="45"/>
                    <a:pt x="489" y="117"/>
                  </a:cubicBezTo>
                  <a:lnTo>
                    <a:pt x="39" y="1248"/>
                  </a:lnTo>
                  <a:cubicBezTo>
                    <a:pt x="1" y="1342"/>
                    <a:pt x="48" y="1450"/>
                    <a:pt x="142" y="1488"/>
                  </a:cubicBezTo>
                  <a:cubicBezTo>
                    <a:pt x="164" y="1497"/>
                    <a:pt x="188" y="1501"/>
                    <a:pt x="210" y="1501"/>
                  </a:cubicBezTo>
                  <a:cubicBezTo>
                    <a:pt x="284" y="1501"/>
                    <a:pt x="353" y="1456"/>
                    <a:pt x="382" y="1384"/>
                  </a:cubicBezTo>
                  <a:lnTo>
                    <a:pt x="832" y="254"/>
                  </a:lnTo>
                  <a:cubicBezTo>
                    <a:pt x="869" y="157"/>
                    <a:pt x="823" y="51"/>
                    <a:pt x="729" y="14"/>
                  </a:cubicBezTo>
                  <a:cubicBezTo>
                    <a:pt x="706" y="5"/>
                    <a:pt x="683" y="1"/>
                    <a:pt x="661" y="1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48"/>
            <p:cNvSpPr/>
            <p:nvPr/>
          </p:nvSpPr>
          <p:spPr>
            <a:xfrm>
              <a:off x="6729078" y="844575"/>
              <a:ext cx="26785" cy="52736"/>
            </a:xfrm>
            <a:custGeom>
              <a:rect b="b" l="l" r="r" t="t"/>
              <a:pathLst>
                <a:path extrusionOk="0" h="1392" w="707">
                  <a:moveTo>
                    <a:pt x="211" y="1"/>
                  </a:moveTo>
                  <a:cubicBezTo>
                    <a:pt x="179" y="1"/>
                    <a:pt x="146" y="9"/>
                    <a:pt x="116" y="27"/>
                  </a:cubicBezTo>
                  <a:cubicBezTo>
                    <a:pt x="29" y="79"/>
                    <a:pt x="1" y="193"/>
                    <a:pt x="53" y="279"/>
                  </a:cubicBezTo>
                  <a:lnTo>
                    <a:pt x="299" y="688"/>
                  </a:lnTo>
                  <a:lnTo>
                    <a:pt x="52" y="1116"/>
                  </a:lnTo>
                  <a:cubicBezTo>
                    <a:pt x="1" y="1203"/>
                    <a:pt x="31" y="1316"/>
                    <a:pt x="119" y="1368"/>
                  </a:cubicBezTo>
                  <a:cubicBezTo>
                    <a:pt x="148" y="1384"/>
                    <a:pt x="179" y="1392"/>
                    <a:pt x="210" y="1392"/>
                  </a:cubicBezTo>
                  <a:cubicBezTo>
                    <a:pt x="275" y="1392"/>
                    <a:pt x="336" y="1359"/>
                    <a:pt x="371" y="1301"/>
                  </a:cubicBezTo>
                  <a:lnTo>
                    <a:pt x="673" y="779"/>
                  </a:lnTo>
                  <a:cubicBezTo>
                    <a:pt x="707" y="721"/>
                    <a:pt x="706" y="649"/>
                    <a:pt x="671" y="592"/>
                  </a:cubicBezTo>
                  <a:lnTo>
                    <a:pt x="370" y="91"/>
                  </a:lnTo>
                  <a:cubicBezTo>
                    <a:pt x="335" y="33"/>
                    <a:pt x="274" y="1"/>
                    <a:pt x="211" y="1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48"/>
            <p:cNvSpPr/>
            <p:nvPr/>
          </p:nvSpPr>
          <p:spPr>
            <a:xfrm>
              <a:off x="6663044" y="844575"/>
              <a:ext cx="26785" cy="52736"/>
            </a:xfrm>
            <a:custGeom>
              <a:rect b="b" l="l" r="r" t="t"/>
              <a:pathLst>
                <a:path extrusionOk="0" h="1392" w="707">
                  <a:moveTo>
                    <a:pt x="495" y="0"/>
                  </a:moveTo>
                  <a:cubicBezTo>
                    <a:pt x="433" y="0"/>
                    <a:pt x="373" y="32"/>
                    <a:pt x="338" y="90"/>
                  </a:cubicBezTo>
                  <a:lnTo>
                    <a:pt x="36" y="591"/>
                  </a:lnTo>
                  <a:cubicBezTo>
                    <a:pt x="0" y="648"/>
                    <a:pt x="0" y="720"/>
                    <a:pt x="35" y="778"/>
                  </a:cubicBezTo>
                  <a:lnTo>
                    <a:pt x="337" y="1301"/>
                  </a:lnTo>
                  <a:cubicBezTo>
                    <a:pt x="371" y="1359"/>
                    <a:pt x="433" y="1392"/>
                    <a:pt x="497" y="1392"/>
                  </a:cubicBezTo>
                  <a:cubicBezTo>
                    <a:pt x="528" y="1392"/>
                    <a:pt x="559" y="1384"/>
                    <a:pt x="589" y="1368"/>
                  </a:cubicBezTo>
                  <a:cubicBezTo>
                    <a:pt x="676" y="1316"/>
                    <a:pt x="706" y="1203"/>
                    <a:pt x="655" y="1116"/>
                  </a:cubicBezTo>
                  <a:lnTo>
                    <a:pt x="408" y="688"/>
                  </a:lnTo>
                  <a:lnTo>
                    <a:pt x="654" y="279"/>
                  </a:lnTo>
                  <a:cubicBezTo>
                    <a:pt x="706" y="191"/>
                    <a:pt x="679" y="79"/>
                    <a:pt x="591" y="27"/>
                  </a:cubicBezTo>
                  <a:cubicBezTo>
                    <a:pt x="561" y="9"/>
                    <a:pt x="528" y="0"/>
                    <a:pt x="495" y="0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48"/>
            <p:cNvSpPr/>
            <p:nvPr/>
          </p:nvSpPr>
          <p:spPr>
            <a:xfrm>
              <a:off x="6449487" y="767289"/>
              <a:ext cx="18677" cy="18677"/>
            </a:xfrm>
            <a:custGeom>
              <a:rect b="b" l="l" r="r" t="t"/>
              <a:pathLst>
                <a:path extrusionOk="0" h="493" w="493">
                  <a:moveTo>
                    <a:pt x="245" y="1"/>
                  </a:moveTo>
                  <a:cubicBezTo>
                    <a:pt x="109" y="1"/>
                    <a:pt x="0" y="111"/>
                    <a:pt x="0" y="247"/>
                  </a:cubicBezTo>
                  <a:cubicBezTo>
                    <a:pt x="0" y="383"/>
                    <a:pt x="110" y="493"/>
                    <a:pt x="246" y="493"/>
                  </a:cubicBezTo>
                  <a:cubicBezTo>
                    <a:pt x="383" y="493"/>
                    <a:pt x="493" y="383"/>
                    <a:pt x="493" y="247"/>
                  </a:cubicBezTo>
                  <a:cubicBezTo>
                    <a:pt x="493" y="111"/>
                    <a:pt x="383" y="1"/>
                    <a:pt x="246" y="1"/>
                  </a:cubicBezTo>
                  <a:cubicBezTo>
                    <a:pt x="246" y="1"/>
                    <a:pt x="245" y="1"/>
                    <a:pt x="245" y="1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48"/>
            <p:cNvSpPr/>
            <p:nvPr/>
          </p:nvSpPr>
          <p:spPr>
            <a:xfrm>
              <a:off x="6485212" y="767289"/>
              <a:ext cx="18715" cy="18677"/>
            </a:xfrm>
            <a:custGeom>
              <a:rect b="b" l="l" r="r" t="t"/>
              <a:pathLst>
                <a:path extrusionOk="0" h="493" w="494">
                  <a:moveTo>
                    <a:pt x="245" y="1"/>
                  </a:moveTo>
                  <a:cubicBezTo>
                    <a:pt x="110" y="1"/>
                    <a:pt x="1" y="111"/>
                    <a:pt x="1" y="247"/>
                  </a:cubicBezTo>
                  <a:cubicBezTo>
                    <a:pt x="1" y="383"/>
                    <a:pt x="111" y="493"/>
                    <a:pt x="247" y="493"/>
                  </a:cubicBezTo>
                  <a:cubicBezTo>
                    <a:pt x="383" y="493"/>
                    <a:pt x="493" y="383"/>
                    <a:pt x="493" y="247"/>
                  </a:cubicBezTo>
                  <a:cubicBezTo>
                    <a:pt x="493" y="111"/>
                    <a:pt x="383" y="1"/>
                    <a:pt x="247" y="1"/>
                  </a:cubicBezTo>
                  <a:cubicBezTo>
                    <a:pt x="246" y="1"/>
                    <a:pt x="246" y="1"/>
                    <a:pt x="245" y="1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48"/>
            <p:cNvSpPr/>
            <p:nvPr/>
          </p:nvSpPr>
          <p:spPr>
            <a:xfrm>
              <a:off x="6364624" y="740505"/>
              <a:ext cx="476896" cy="422115"/>
            </a:xfrm>
            <a:custGeom>
              <a:rect b="b" l="l" r="r" t="t"/>
              <a:pathLst>
                <a:path extrusionOk="0" h="11142" w="12588">
                  <a:moveTo>
                    <a:pt x="6537" y="3016"/>
                  </a:moveTo>
                  <a:cubicBezTo>
                    <a:pt x="6514" y="3158"/>
                    <a:pt x="6500" y="3305"/>
                    <a:pt x="6500" y="3456"/>
                  </a:cubicBezTo>
                  <a:cubicBezTo>
                    <a:pt x="6500" y="3761"/>
                    <a:pt x="6551" y="4054"/>
                    <a:pt x="6645" y="4326"/>
                  </a:cubicBezTo>
                  <a:lnTo>
                    <a:pt x="1577" y="4326"/>
                  </a:lnTo>
                  <a:lnTo>
                    <a:pt x="1577" y="3016"/>
                  </a:lnTo>
                  <a:close/>
                  <a:moveTo>
                    <a:pt x="9102" y="1160"/>
                  </a:moveTo>
                  <a:cubicBezTo>
                    <a:pt x="10361" y="1161"/>
                    <a:pt x="11385" y="2184"/>
                    <a:pt x="11385" y="3444"/>
                  </a:cubicBezTo>
                  <a:cubicBezTo>
                    <a:pt x="11385" y="3712"/>
                    <a:pt x="11338" y="3980"/>
                    <a:pt x="11244" y="4232"/>
                  </a:cubicBezTo>
                  <a:cubicBezTo>
                    <a:pt x="10908" y="5146"/>
                    <a:pt x="10023" y="5715"/>
                    <a:pt x="9102" y="5723"/>
                  </a:cubicBezTo>
                  <a:cubicBezTo>
                    <a:pt x="9095" y="5723"/>
                    <a:pt x="9088" y="5723"/>
                    <a:pt x="9081" y="5723"/>
                  </a:cubicBezTo>
                  <a:cubicBezTo>
                    <a:pt x="7849" y="5723"/>
                    <a:pt x="6818" y="4671"/>
                    <a:pt x="6818" y="3443"/>
                  </a:cubicBezTo>
                  <a:cubicBezTo>
                    <a:pt x="6818" y="2184"/>
                    <a:pt x="7843" y="1160"/>
                    <a:pt x="9102" y="1160"/>
                  </a:cubicBezTo>
                  <a:close/>
                  <a:moveTo>
                    <a:pt x="9506" y="7178"/>
                  </a:moveTo>
                  <a:lnTo>
                    <a:pt x="9506" y="9584"/>
                  </a:lnTo>
                  <a:cubicBezTo>
                    <a:pt x="9506" y="9789"/>
                    <a:pt x="9354" y="9971"/>
                    <a:pt x="9149" y="9990"/>
                  </a:cubicBezTo>
                  <a:cubicBezTo>
                    <a:pt x="9137" y="9991"/>
                    <a:pt x="9125" y="9992"/>
                    <a:pt x="9113" y="9992"/>
                  </a:cubicBezTo>
                  <a:cubicBezTo>
                    <a:pt x="8896" y="9992"/>
                    <a:pt x="8719" y="9813"/>
                    <a:pt x="8719" y="9592"/>
                  </a:cubicBezTo>
                  <a:lnTo>
                    <a:pt x="8719" y="7178"/>
                  </a:lnTo>
                  <a:close/>
                  <a:moveTo>
                    <a:pt x="621" y="1"/>
                  </a:moveTo>
                  <a:cubicBezTo>
                    <a:pt x="279" y="1"/>
                    <a:pt x="0" y="279"/>
                    <a:pt x="5" y="621"/>
                  </a:cubicBezTo>
                  <a:lnTo>
                    <a:pt x="5" y="7585"/>
                  </a:lnTo>
                  <a:cubicBezTo>
                    <a:pt x="0" y="7687"/>
                    <a:pt x="83" y="7769"/>
                    <a:pt x="184" y="7769"/>
                  </a:cubicBezTo>
                  <a:cubicBezTo>
                    <a:pt x="287" y="7769"/>
                    <a:pt x="367" y="7585"/>
                    <a:pt x="367" y="7585"/>
                  </a:cubicBezTo>
                  <a:lnTo>
                    <a:pt x="367" y="1933"/>
                  </a:lnTo>
                  <a:lnTo>
                    <a:pt x="6848" y="1933"/>
                  </a:lnTo>
                  <a:cubicBezTo>
                    <a:pt x="6704" y="2142"/>
                    <a:pt x="6592" y="2374"/>
                    <a:pt x="6514" y="2622"/>
                  </a:cubicBezTo>
                  <a:lnTo>
                    <a:pt x="1370" y="2622"/>
                  </a:lnTo>
                  <a:cubicBezTo>
                    <a:pt x="1267" y="2622"/>
                    <a:pt x="1185" y="2704"/>
                    <a:pt x="1185" y="2806"/>
                  </a:cubicBezTo>
                  <a:lnTo>
                    <a:pt x="1185" y="4502"/>
                  </a:lnTo>
                  <a:cubicBezTo>
                    <a:pt x="1185" y="4604"/>
                    <a:pt x="1267" y="4686"/>
                    <a:pt x="1370" y="4686"/>
                  </a:cubicBezTo>
                  <a:lnTo>
                    <a:pt x="6751" y="4686"/>
                  </a:lnTo>
                  <a:cubicBezTo>
                    <a:pt x="7169" y="5474"/>
                    <a:pt x="7977" y="6028"/>
                    <a:pt x="8917" y="6092"/>
                  </a:cubicBezTo>
                  <a:lnTo>
                    <a:pt x="8917" y="6817"/>
                  </a:lnTo>
                  <a:lnTo>
                    <a:pt x="8464" y="6817"/>
                  </a:lnTo>
                  <a:cubicBezTo>
                    <a:pt x="8388" y="6817"/>
                    <a:pt x="8326" y="6878"/>
                    <a:pt x="8326" y="6954"/>
                  </a:cubicBezTo>
                  <a:lnTo>
                    <a:pt x="8326" y="9714"/>
                  </a:lnTo>
                  <a:cubicBezTo>
                    <a:pt x="8326" y="9880"/>
                    <a:pt x="8436" y="10095"/>
                    <a:pt x="8573" y="10190"/>
                  </a:cubicBezTo>
                  <a:cubicBezTo>
                    <a:pt x="8749" y="10315"/>
                    <a:pt x="8929" y="10369"/>
                    <a:pt x="9097" y="10369"/>
                  </a:cubicBezTo>
                  <a:cubicBezTo>
                    <a:pt x="9522" y="10369"/>
                    <a:pt x="9867" y="10024"/>
                    <a:pt x="9867" y="9600"/>
                  </a:cubicBezTo>
                  <a:lnTo>
                    <a:pt x="9867" y="7001"/>
                  </a:lnTo>
                  <a:cubicBezTo>
                    <a:pt x="9867" y="6899"/>
                    <a:pt x="9785" y="6816"/>
                    <a:pt x="9683" y="6816"/>
                  </a:cubicBezTo>
                  <a:lnTo>
                    <a:pt x="9277" y="6816"/>
                  </a:lnTo>
                  <a:lnTo>
                    <a:pt x="9277" y="6100"/>
                  </a:lnTo>
                  <a:cubicBezTo>
                    <a:pt x="10649" y="6006"/>
                    <a:pt x="11736" y="4856"/>
                    <a:pt x="11736" y="3458"/>
                  </a:cubicBezTo>
                  <a:cubicBezTo>
                    <a:pt x="11736" y="2906"/>
                    <a:pt x="11566" y="2393"/>
                    <a:pt x="11276" y="1968"/>
                  </a:cubicBezTo>
                  <a:lnTo>
                    <a:pt x="12192" y="1968"/>
                  </a:lnTo>
                  <a:lnTo>
                    <a:pt x="12192" y="10530"/>
                  </a:lnTo>
                  <a:cubicBezTo>
                    <a:pt x="12192" y="10668"/>
                    <a:pt x="12080" y="10781"/>
                    <a:pt x="11941" y="10781"/>
                  </a:cubicBezTo>
                  <a:lnTo>
                    <a:pt x="556" y="10781"/>
                  </a:lnTo>
                  <a:cubicBezTo>
                    <a:pt x="450" y="10781"/>
                    <a:pt x="366" y="10695"/>
                    <a:pt x="366" y="10589"/>
                  </a:cubicBezTo>
                  <a:lnTo>
                    <a:pt x="366" y="8421"/>
                  </a:lnTo>
                  <a:cubicBezTo>
                    <a:pt x="366" y="8373"/>
                    <a:pt x="341" y="8327"/>
                    <a:pt x="303" y="8301"/>
                  </a:cubicBezTo>
                  <a:cubicBezTo>
                    <a:pt x="263" y="8274"/>
                    <a:pt x="223" y="8262"/>
                    <a:pt x="185" y="8262"/>
                  </a:cubicBezTo>
                  <a:cubicBezTo>
                    <a:pt x="86" y="8262"/>
                    <a:pt x="5" y="8345"/>
                    <a:pt x="5" y="8446"/>
                  </a:cubicBezTo>
                  <a:lnTo>
                    <a:pt x="5" y="10521"/>
                  </a:lnTo>
                  <a:cubicBezTo>
                    <a:pt x="5" y="10864"/>
                    <a:pt x="283" y="11141"/>
                    <a:pt x="625" y="11141"/>
                  </a:cubicBezTo>
                  <a:lnTo>
                    <a:pt x="11966" y="11141"/>
                  </a:lnTo>
                  <a:cubicBezTo>
                    <a:pt x="12308" y="11141"/>
                    <a:pt x="12586" y="10864"/>
                    <a:pt x="12586" y="10521"/>
                  </a:cubicBezTo>
                  <a:lnTo>
                    <a:pt x="12586" y="623"/>
                  </a:lnTo>
                  <a:cubicBezTo>
                    <a:pt x="12587" y="279"/>
                    <a:pt x="12307" y="2"/>
                    <a:pt x="11966" y="2"/>
                  </a:cubicBezTo>
                  <a:lnTo>
                    <a:pt x="10946" y="2"/>
                  </a:lnTo>
                  <a:cubicBezTo>
                    <a:pt x="10841" y="2"/>
                    <a:pt x="10757" y="91"/>
                    <a:pt x="10767" y="199"/>
                  </a:cubicBezTo>
                  <a:cubicBezTo>
                    <a:pt x="10775" y="293"/>
                    <a:pt x="10860" y="362"/>
                    <a:pt x="10955" y="362"/>
                  </a:cubicBezTo>
                  <a:lnTo>
                    <a:pt x="11975" y="362"/>
                  </a:lnTo>
                  <a:cubicBezTo>
                    <a:pt x="12114" y="362"/>
                    <a:pt x="12227" y="475"/>
                    <a:pt x="12227" y="613"/>
                  </a:cubicBezTo>
                  <a:lnTo>
                    <a:pt x="12227" y="1575"/>
                  </a:lnTo>
                  <a:lnTo>
                    <a:pt x="11001" y="1575"/>
                  </a:lnTo>
                  <a:cubicBezTo>
                    <a:pt x="10520" y="1086"/>
                    <a:pt x="9850" y="784"/>
                    <a:pt x="9112" y="784"/>
                  </a:cubicBezTo>
                  <a:cubicBezTo>
                    <a:pt x="8374" y="784"/>
                    <a:pt x="7704" y="1086"/>
                    <a:pt x="7223" y="1575"/>
                  </a:cubicBezTo>
                  <a:lnTo>
                    <a:pt x="366" y="1575"/>
                  </a:lnTo>
                  <a:lnTo>
                    <a:pt x="366" y="623"/>
                  </a:lnTo>
                  <a:cubicBezTo>
                    <a:pt x="366" y="623"/>
                    <a:pt x="482" y="371"/>
                    <a:pt x="621" y="362"/>
                  </a:cubicBezTo>
                  <a:lnTo>
                    <a:pt x="10091" y="362"/>
                  </a:lnTo>
                  <a:cubicBezTo>
                    <a:pt x="10096" y="362"/>
                    <a:pt x="10101" y="363"/>
                    <a:pt x="10106" y="363"/>
                  </a:cubicBezTo>
                  <a:cubicBezTo>
                    <a:pt x="10201" y="363"/>
                    <a:pt x="10276" y="283"/>
                    <a:pt x="10276" y="185"/>
                  </a:cubicBezTo>
                  <a:cubicBezTo>
                    <a:pt x="10276" y="83"/>
                    <a:pt x="10194" y="1"/>
                    <a:pt x="10091" y="1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48"/>
            <p:cNvSpPr/>
            <p:nvPr/>
          </p:nvSpPr>
          <p:spPr>
            <a:xfrm>
              <a:off x="6483886" y="931331"/>
              <a:ext cx="13714" cy="201927"/>
            </a:xfrm>
            <a:custGeom>
              <a:rect b="b" l="l" r="r" t="t"/>
              <a:pathLst>
                <a:path extrusionOk="0" h="5330" w="362">
                  <a:moveTo>
                    <a:pt x="181" y="1"/>
                  </a:moveTo>
                  <a:cubicBezTo>
                    <a:pt x="82" y="1"/>
                    <a:pt x="0" y="83"/>
                    <a:pt x="0" y="185"/>
                  </a:cubicBezTo>
                  <a:lnTo>
                    <a:pt x="0" y="5140"/>
                  </a:lnTo>
                  <a:cubicBezTo>
                    <a:pt x="0" y="5228"/>
                    <a:pt x="58" y="5309"/>
                    <a:pt x="145" y="5326"/>
                  </a:cubicBezTo>
                  <a:cubicBezTo>
                    <a:pt x="157" y="5329"/>
                    <a:pt x="169" y="5330"/>
                    <a:pt x="181" y="5330"/>
                  </a:cubicBezTo>
                  <a:cubicBezTo>
                    <a:pt x="281" y="5330"/>
                    <a:pt x="362" y="5247"/>
                    <a:pt x="362" y="5145"/>
                  </a:cubicBezTo>
                  <a:lnTo>
                    <a:pt x="362" y="190"/>
                  </a:lnTo>
                  <a:cubicBezTo>
                    <a:pt x="362" y="102"/>
                    <a:pt x="304" y="21"/>
                    <a:pt x="218" y="5"/>
                  </a:cubicBezTo>
                  <a:cubicBezTo>
                    <a:pt x="206" y="2"/>
                    <a:pt x="193" y="1"/>
                    <a:pt x="181" y="1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48"/>
            <p:cNvSpPr/>
            <p:nvPr/>
          </p:nvSpPr>
          <p:spPr>
            <a:xfrm>
              <a:off x="6410162" y="949062"/>
              <a:ext cx="51940" cy="13676"/>
            </a:xfrm>
            <a:custGeom>
              <a:rect b="b" l="l" r="r" t="t"/>
              <a:pathLst>
                <a:path extrusionOk="0" h="361" w="1371">
                  <a:moveTo>
                    <a:pt x="197" y="1"/>
                  </a:moveTo>
                  <a:cubicBezTo>
                    <a:pt x="102" y="1"/>
                    <a:pt x="17" y="71"/>
                    <a:pt x="9" y="166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173" y="361"/>
                  </a:lnTo>
                  <a:cubicBezTo>
                    <a:pt x="1269" y="361"/>
                    <a:pt x="1354" y="292"/>
                    <a:pt x="1362" y="197"/>
                  </a:cubicBezTo>
                  <a:cubicBezTo>
                    <a:pt x="1370" y="90"/>
                    <a:pt x="1287" y="1"/>
                    <a:pt x="1182" y="1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48"/>
            <p:cNvSpPr/>
            <p:nvPr/>
          </p:nvSpPr>
          <p:spPr>
            <a:xfrm>
              <a:off x="6410162" y="980127"/>
              <a:ext cx="51940" cy="13676"/>
            </a:xfrm>
            <a:custGeom>
              <a:rect b="b" l="l" r="r" t="t"/>
              <a:pathLst>
                <a:path extrusionOk="0" h="361" w="1371">
                  <a:moveTo>
                    <a:pt x="197" y="1"/>
                  </a:moveTo>
                  <a:cubicBezTo>
                    <a:pt x="102" y="1"/>
                    <a:pt x="17" y="70"/>
                    <a:pt x="9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173" y="361"/>
                  </a:lnTo>
                  <a:cubicBezTo>
                    <a:pt x="1269" y="361"/>
                    <a:pt x="1354" y="291"/>
                    <a:pt x="1362" y="196"/>
                  </a:cubicBezTo>
                  <a:cubicBezTo>
                    <a:pt x="1370" y="90"/>
                    <a:pt x="1287" y="1"/>
                    <a:pt x="1182" y="1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48"/>
            <p:cNvSpPr/>
            <p:nvPr/>
          </p:nvSpPr>
          <p:spPr>
            <a:xfrm>
              <a:off x="6410162" y="1009943"/>
              <a:ext cx="51902" cy="13676"/>
            </a:xfrm>
            <a:custGeom>
              <a:rect b="b" l="l" r="r" t="t"/>
              <a:pathLst>
                <a:path extrusionOk="0" h="361" w="1370">
                  <a:moveTo>
                    <a:pt x="197" y="0"/>
                  </a:moveTo>
                  <a:cubicBezTo>
                    <a:pt x="102" y="0"/>
                    <a:pt x="17" y="69"/>
                    <a:pt x="9" y="164"/>
                  </a:cubicBezTo>
                  <a:cubicBezTo>
                    <a:pt x="0" y="270"/>
                    <a:pt x="84" y="360"/>
                    <a:pt x="189" y="360"/>
                  </a:cubicBezTo>
                  <a:lnTo>
                    <a:pt x="1171" y="360"/>
                  </a:lnTo>
                  <a:cubicBezTo>
                    <a:pt x="1268" y="360"/>
                    <a:pt x="1353" y="290"/>
                    <a:pt x="1360" y="197"/>
                  </a:cubicBezTo>
                  <a:cubicBezTo>
                    <a:pt x="1369" y="89"/>
                    <a:pt x="1286" y="0"/>
                    <a:pt x="1181" y="0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48"/>
            <p:cNvSpPr/>
            <p:nvPr/>
          </p:nvSpPr>
          <p:spPr>
            <a:xfrm>
              <a:off x="6410162" y="1040895"/>
              <a:ext cx="51940" cy="13714"/>
            </a:xfrm>
            <a:custGeom>
              <a:rect b="b" l="l" r="r" t="t"/>
              <a:pathLst>
                <a:path extrusionOk="0" h="362" w="1371">
                  <a:moveTo>
                    <a:pt x="197" y="0"/>
                  </a:moveTo>
                  <a:cubicBezTo>
                    <a:pt x="102" y="0"/>
                    <a:pt x="17" y="69"/>
                    <a:pt x="9" y="163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173" y="361"/>
                  </a:lnTo>
                  <a:cubicBezTo>
                    <a:pt x="1269" y="361"/>
                    <a:pt x="1354" y="292"/>
                    <a:pt x="1362" y="196"/>
                  </a:cubicBezTo>
                  <a:cubicBezTo>
                    <a:pt x="1370" y="89"/>
                    <a:pt x="1287" y="0"/>
                    <a:pt x="1182" y="0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48"/>
            <p:cNvSpPr/>
            <p:nvPr/>
          </p:nvSpPr>
          <p:spPr>
            <a:xfrm>
              <a:off x="6410162" y="1070748"/>
              <a:ext cx="51940" cy="13639"/>
            </a:xfrm>
            <a:custGeom>
              <a:rect b="b" l="l" r="r" t="t"/>
              <a:pathLst>
                <a:path extrusionOk="0" h="360" w="1371">
                  <a:moveTo>
                    <a:pt x="197" y="1"/>
                  </a:moveTo>
                  <a:cubicBezTo>
                    <a:pt x="102" y="1"/>
                    <a:pt x="17" y="70"/>
                    <a:pt x="9" y="165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1173" y="360"/>
                  </a:lnTo>
                  <a:cubicBezTo>
                    <a:pt x="1269" y="360"/>
                    <a:pt x="1354" y="291"/>
                    <a:pt x="1362" y="197"/>
                  </a:cubicBezTo>
                  <a:cubicBezTo>
                    <a:pt x="1370" y="90"/>
                    <a:pt x="1287" y="1"/>
                    <a:pt x="1182" y="1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48"/>
            <p:cNvSpPr/>
            <p:nvPr/>
          </p:nvSpPr>
          <p:spPr>
            <a:xfrm>
              <a:off x="6410162" y="1101776"/>
              <a:ext cx="51902" cy="13714"/>
            </a:xfrm>
            <a:custGeom>
              <a:rect b="b" l="l" r="r" t="t"/>
              <a:pathLst>
                <a:path extrusionOk="0" h="362" w="1370">
                  <a:moveTo>
                    <a:pt x="197" y="1"/>
                  </a:moveTo>
                  <a:cubicBezTo>
                    <a:pt x="102" y="1"/>
                    <a:pt x="17" y="70"/>
                    <a:pt x="9" y="164"/>
                  </a:cubicBezTo>
                  <a:cubicBezTo>
                    <a:pt x="0" y="271"/>
                    <a:pt x="84" y="361"/>
                    <a:pt x="189" y="361"/>
                  </a:cubicBezTo>
                  <a:lnTo>
                    <a:pt x="1171" y="361"/>
                  </a:lnTo>
                  <a:cubicBezTo>
                    <a:pt x="1268" y="361"/>
                    <a:pt x="1353" y="292"/>
                    <a:pt x="1360" y="198"/>
                  </a:cubicBezTo>
                  <a:cubicBezTo>
                    <a:pt x="1369" y="90"/>
                    <a:pt x="1286" y="1"/>
                    <a:pt x="1181" y="1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9" name="Google Shape;1609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p49"/>
          <p:cNvSpPr txBox="1"/>
          <p:nvPr>
            <p:ph idx="429496729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Isolation Forest (IF)</a:t>
            </a:r>
            <a:endParaRPr/>
          </a:p>
        </p:txBody>
      </p:sp>
      <p:sp>
        <p:nvSpPr>
          <p:cNvPr id="1615" name="Google Shape;1615;p49"/>
          <p:cNvSpPr txBox="1"/>
          <p:nvPr/>
        </p:nvSpPr>
        <p:spPr>
          <a:xfrm>
            <a:off x="586175" y="1444025"/>
            <a:ext cx="19803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iw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Tree-Based Method</a:t>
            </a:r>
            <a:endParaRPr/>
          </a:p>
        </p:txBody>
      </p:sp>
      <p:sp>
        <p:nvSpPr>
          <p:cNvPr id="1616" name="Google Shape;1616;p49"/>
          <p:cNvSpPr txBox="1"/>
          <p:nvPr/>
        </p:nvSpPr>
        <p:spPr>
          <a:xfrm>
            <a:off x="509975" y="3039350"/>
            <a:ext cx="18429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iw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Reachability Distance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7" name="Google Shape;1617;p49"/>
          <p:cNvSpPr txBox="1"/>
          <p:nvPr/>
        </p:nvSpPr>
        <p:spPr>
          <a:xfrm>
            <a:off x="7221000" y="1239025"/>
            <a:ext cx="1923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iw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 Distribution Assumptions</a:t>
            </a:r>
            <a:endParaRPr/>
          </a:p>
        </p:txBody>
      </p:sp>
      <p:sp>
        <p:nvSpPr>
          <p:cNvPr id="1618" name="Google Shape;1618;p49"/>
          <p:cNvSpPr txBox="1"/>
          <p:nvPr/>
        </p:nvSpPr>
        <p:spPr>
          <a:xfrm>
            <a:off x="7124975" y="3039350"/>
            <a:ext cx="2035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iw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Efficient &amp; Scalable</a:t>
            </a:r>
            <a:endParaRPr/>
          </a:p>
        </p:txBody>
      </p:sp>
      <p:grpSp>
        <p:nvGrpSpPr>
          <p:cNvPr id="1619" name="Google Shape;1619;p49"/>
          <p:cNvGrpSpPr/>
          <p:nvPr/>
        </p:nvGrpSpPr>
        <p:grpSpPr>
          <a:xfrm>
            <a:off x="152399" y="3217432"/>
            <a:ext cx="358155" cy="358123"/>
            <a:chOff x="4896099" y="1970920"/>
            <a:chExt cx="358155" cy="358123"/>
          </a:xfrm>
        </p:grpSpPr>
        <p:sp>
          <p:nvSpPr>
            <p:cNvPr id="1620" name="Google Shape;1620;p49"/>
            <p:cNvSpPr/>
            <p:nvPr/>
          </p:nvSpPr>
          <p:spPr>
            <a:xfrm>
              <a:off x="4896099" y="1970920"/>
              <a:ext cx="358155" cy="358123"/>
            </a:xfrm>
            <a:custGeom>
              <a:rect b="b" l="l" r="r" t="t"/>
              <a:pathLst>
                <a:path extrusionOk="0" h="11252" w="11253">
                  <a:moveTo>
                    <a:pt x="5621" y="0"/>
                  </a:moveTo>
                  <a:cubicBezTo>
                    <a:pt x="4109" y="0"/>
                    <a:pt x="2704" y="595"/>
                    <a:pt x="1644" y="1643"/>
                  </a:cubicBezTo>
                  <a:cubicBezTo>
                    <a:pt x="584" y="2715"/>
                    <a:pt x="1" y="4132"/>
                    <a:pt x="1" y="5632"/>
                  </a:cubicBezTo>
                  <a:cubicBezTo>
                    <a:pt x="1" y="6930"/>
                    <a:pt x="465" y="8192"/>
                    <a:pt x="1263" y="9192"/>
                  </a:cubicBezTo>
                  <a:cubicBezTo>
                    <a:pt x="1300" y="9235"/>
                    <a:pt x="1343" y="9252"/>
                    <a:pt x="1386" y="9252"/>
                  </a:cubicBezTo>
                  <a:cubicBezTo>
                    <a:pt x="1509" y="9252"/>
                    <a:pt x="1622" y="9104"/>
                    <a:pt x="1525" y="8989"/>
                  </a:cubicBezTo>
                  <a:cubicBezTo>
                    <a:pt x="751" y="8049"/>
                    <a:pt x="334" y="6858"/>
                    <a:pt x="334" y="5632"/>
                  </a:cubicBezTo>
                  <a:cubicBezTo>
                    <a:pt x="334" y="4227"/>
                    <a:pt x="882" y="2881"/>
                    <a:pt x="1882" y="1881"/>
                  </a:cubicBezTo>
                  <a:cubicBezTo>
                    <a:pt x="2882" y="893"/>
                    <a:pt x="4204" y="322"/>
                    <a:pt x="5621" y="322"/>
                  </a:cubicBezTo>
                  <a:cubicBezTo>
                    <a:pt x="7026" y="322"/>
                    <a:pt x="8371" y="869"/>
                    <a:pt x="9371" y="1869"/>
                  </a:cubicBezTo>
                  <a:cubicBezTo>
                    <a:pt x="10359" y="2870"/>
                    <a:pt x="10931" y="4191"/>
                    <a:pt x="10931" y="5608"/>
                  </a:cubicBezTo>
                  <a:cubicBezTo>
                    <a:pt x="10931" y="7025"/>
                    <a:pt x="10383" y="8358"/>
                    <a:pt x="9383" y="9358"/>
                  </a:cubicBezTo>
                  <a:cubicBezTo>
                    <a:pt x="8383" y="10359"/>
                    <a:pt x="7061" y="10918"/>
                    <a:pt x="5644" y="10918"/>
                  </a:cubicBezTo>
                  <a:cubicBezTo>
                    <a:pt x="4323" y="10918"/>
                    <a:pt x="3037" y="10430"/>
                    <a:pt x="2061" y="9537"/>
                  </a:cubicBezTo>
                  <a:cubicBezTo>
                    <a:pt x="2025" y="9504"/>
                    <a:pt x="1987" y="9490"/>
                    <a:pt x="1951" y="9490"/>
                  </a:cubicBezTo>
                  <a:cubicBezTo>
                    <a:pt x="1823" y="9490"/>
                    <a:pt x="1723" y="9673"/>
                    <a:pt x="1834" y="9775"/>
                  </a:cubicBezTo>
                  <a:cubicBezTo>
                    <a:pt x="2882" y="10728"/>
                    <a:pt x="4228" y="11252"/>
                    <a:pt x="5644" y="11252"/>
                  </a:cubicBezTo>
                  <a:cubicBezTo>
                    <a:pt x="7145" y="11252"/>
                    <a:pt x="8562" y="10656"/>
                    <a:pt x="9621" y="9597"/>
                  </a:cubicBezTo>
                  <a:cubicBezTo>
                    <a:pt x="10681" y="8525"/>
                    <a:pt x="11252" y="7108"/>
                    <a:pt x="11252" y="5608"/>
                  </a:cubicBezTo>
                  <a:cubicBezTo>
                    <a:pt x="11252" y="4120"/>
                    <a:pt x="10657" y="2703"/>
                    <a:pt x="9597" y="1631"/>
                  </a:cubicBezTo>
                  <a:cubicBezTo>
                    <a:pt x="8526" y="572"/>
                    <a:pt x="7121" y="0"/>
                    <a:pt x="562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49"/>
            <p:cNvSpPr/>
            <p:nvPr/>
          </p:nvSpPr>
          <p:spPr>
            <a:xfrm>
              <a:off x="4991454" y="2067835"/>
              <a:ext cx="166999" cy="164325"/>
            </a:xfrm>
            <a:custGeom>
              <a:rect b="b" l="l" r="r" t="t"/>
              <a:pathLst>
                <a:path extrusionOk="0" h="5163" w="5247">
                  <a:moveTo>
                    <a:pt x="4506" y="706"/>
                  </a:moveTo>
                  <a:lnTo>
                    <a:pt x="3160" y="2861"/>
                  </a:lnTo>
                  <a:lnTo>
                    <a:pt x="2351" y="2075"/>
                  </a:lnTo>
                  <a:lnTo>
                    <a:pt x="4506" y="706"/>
                  </a:lnTo>
                  <a:close/>
                  <a:moveTo>
                    <a:pt x="2113" y="2289"/>
                  </a:moveTo>
                  <a:lnTo>
                    <a:pt x="2922" y="3099"/>
                  </a:lnTo>
                  <a:lnTo>
                    <a:pt x="755" y="4468"/>
                  </a:lnTo>
                  <a:lnTo>
                    <a:pt x="755" y="4468"/>
                  </a:lnTo>
                  <a:lnTo>
                    <a:pt x="2113" y="2289"/>
                  </a:lnTo>
                  <a:close/>
                  <a:moveTo>
                    <a:pt x="5032" y="0"/>
                  </a:moveTo>
                  <a:cubicBezTo>
                    <a:pt x="5004" y="0"/>
                    <a:pt x="4974" y="8"/>
                    <a:pt x="4946" y="27"/>
                  </a:cubicBezTo>
                  <a:lnTo>
                    <a:pt x="2006" y="1896"/>
                  </a:lnTo>
                  <a:cubicBezTo>
                    <a:pt x="1970" y="1908"/>
                    <a:pt x="1934" y="1932"/>
                    <a:pt x="1922" y="1980"/>
                  </a:cubicBezTo>
                  <a:lnTo>
                    <a:pt x="77" y="4909"/>
                  </a:lnTo>
                  <a:cubicBezTo>
                    <a:pt x="1" y="5032"/>
                    <a:pt x="99" y="5163"/>
                    <a:pt x="214" y="5163"/>
                  </a:cubicBezTo>
                  <a:cubicBezTo>
                    <a:pt x="243" y="5163"/>
                    <a:pt x="274" y="5154"/>
                    <a:pt x="303" y="5135"/>
                  </a:cubicBezTo>
                  <a:lnTo>
                    <a:pt x="3232" y="3277"/>
                  </a:lnTo>
                  <a:cubicBezTo>
                    <a:pt x="3280" y="3265"/>
                    <a:pt x="3303" y="3230"/>
                    <a:pt x="3315" y="3182"/>
                  </a:cubicBezTo>
                  <a:lnTo>
                    <a:pt x="5161" y="253"/>
                  </a:lnTo>
                  <a:cubicBezTo>
                    <a:pt x="5247" y="138"/>
                    <a:pt x="5148" y="0"/>
                    <a:pt x="503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49"/>
            <p:cNvSpPr/>
            <p:nvPr/>
          </p:nvSpPr>
          <p:spPr>
            <a:xfrm>
              <a:off x="4923789" y="1998578"/>
              <a:ext cx="302043" cy="302425"/>
            </a:xfrm>
            <a:custGeom>
              <a:rect b="b" l="l" r="r" t="t"/>
              <a:pathLst>
                <a:path extrusionOk="0" h="9502" w="9490">
                  <a:moveTo>
                    <a:pt x="4727" y="0"/>
                  </a:moveTo>
                  <a:cubicBezTo>
                    <a:pt x="3465" y="0"/>
                    <a:pt x="2274" y="500"/>
                    <a:pt x="1381" y="1405"/>
                  </a:cubicBezTo>
                  <a:cubicBezTo>
                    <a:pt x="488" y="2298"/>
                    <a:pt x="0" y="3489"/>
                    <a:pt x="0" y="4763"/>
                  </a:cubicBezTo>
                  <a:cubicBezTo>
                    <a:pt x="0" y="6049"/>
                    <a:pt x="488" y="7227"/>
                    <a:pt x="1393" y="8120"/>
                  </a:cubicBezTo>
                  <a:cubicBezTo>
                    <a:pt x="2286" y="9013"/>
                    <a:pt x="3477" y="9501"/>
                    <a:pt x="4763" y="9501"/>
                  </a:cubicBezTo>
                  <a:cubicBezTo>
                    <a:pt x="6025" y="9501"/>
                    <a:pt x="7215" y="9013"/>
                    <a:pt x="8108" y="8097"/>
                  </a:cubicBezTo>
                  <a:cubicBezTo>
                    <a:pt x="9001" y="7204"/>
                    <a:pt x="9489" y="6013"/>
                    <a:pt x="9489" y="4739"/>
                  </a:cubicBezTo>
                  <a:cubicBezTo>
                    <a:pt x="9489" y="3620"/>
                    <a:pt x="9096" y="2524"/>
                    <a:pt x="8358" y="1667"/>
                  </a:cubicBezTo>
                  <a:cubicBezTo>
                    <a:pt x="8325" y="1625"/>
                    <a:pt x="8284" y="1607"/>
                    <a:pt x="8243" y="1607"/>
                  </a:cubicBezTo>
                  <a:cubicBezTo>
                    <a:pt x="8124" y="1607"/>
                    <a:pt x="8011" y="1757"/>
                    <a:pt x="8108" y="1881"/>
                  </a:cubicBezTo>
                  <a:cubicBezTo>
                    <a:pt x="8751" y="2620"/>
                    <a:pt x="9108" y="3560"/>
                    <a:pt x="9156" y="4537"/>
                  </a:cubicBezTo>
                  <a:lnTo>
                    <a:pt x="8477" y="4537"/>
                  </a:lnTo>
                  <a:cubicBezTo>
                    <a:pt x="8275" y="4537"/>
                    <a:pt x="8275" y="4870"/>
                    <a:pt x="8477" y="4870"/>
                  </a:cubicBezTo>
                  <a:lnTo>
                    <a:pt x="9156" y="4870"/>
                  </a:lnTo>
                  <a:cubicBezTo>
                    <a:pt x="9120" y="6001"/>
                    <a:pt x="8656" y="7037"/>
                    <a:pt x="7870" y="7847"/>
                  </a:cubicBezTo>
                  <a:cubicBezTo>
                    <a:pt x="7084" y="8632"/>
                    <a:pt x="6037" y="9097"/>
                    <a:pt x="4929" y="9144"/>
                  </a:cubicBezTo>
                  <a:lnTo>
                    <a:pt x="4929" y="8466"/>
                  </a:lnTo>
                  <a:cubicBezTo>
                    <a:pt x="4929" y="8364"/>
                    <a:pt x="4846" y="8314"/>
                    <a:pt x="4763" y="8314"/>
                  </a:cubicBezTo>
                  <a:cubicBezTo>
                    <a:pt x="4679" y="8314"/>
                    <a:pt x="4596" y="8364"/>
                    <a:pt x="4596" y="8466"/>
                  </a:cubicBezTo>
                  <a:lnTo>
                    <a:pt x="4596" y="9144"/>
                  </a:lnTo>
                  <a:cubicBezTo>
                    <a:pt x="3477" y="9097"/>
                    <a:pt x="2441" y="8644"/>
                    <a:pt x="1631" y="7858"/>
                  </a:cubicBezTo>
                  <a:cubicBezTo>
                    <a:pt x="834" y="7061"/>
                    <a:pt x="369" y="6013"/>
                    <a:pt x="345" y="4882"/>
                  </a:cubicBezTo>
                  <a:lnTo>
                    <a:pt x="1012" y="4882"/>
                  </a:lnTo>
                  <a:cubicBezTo>
                    <a:pt x="1215" y="4882"/>
                    <a:pt x="1215" y="4560"/>
                    <a:pt x="1012" y="4560"/>
                  </a:cubicBezTo>
                  <a:lnTo>
                    <a:pt x="345" y="4560"/>
                  </a:lnTo>
                  <a:cubicBezTo>
                    <a:pt x="381" y="3441"/>
                    <a:pt x="834" y="2417"/>
                    <a:pt x="1619" y="1620"/>
                  </a:cubicBezTo>
                  <a:cubicBezTo>
                    <a:pt x="2405" y="834"/>
                    <a:pt x="3453" y="369"/>
                    <a:pt x="4560" y="334"/>
                  </a:cubicBezTo>
                  <a:lnTo>
                    <a:pt x="4560" y="1000"/>
                  </a:lnTo>
                  <a:cubicBezTo>
                    <a:pt x="4560" y="1102"/>
                    <a:pt x="4644" y="1152"/>
                    <a:pt x="4727" y="1152"/>
                  </a:cubicBezTo>
                  <a:cubicBezTo>
                    <a:pt x="4810" y="1152"/>
                    <a:pt x="4894" y="1102"/>
                    <a:pt x="4894" y="1000"/>
                  </a:cubicBezTo>
                  <a:lnTo>
                    <a:pt x="4894" y="334"/>
                  </a:lnTo>
                  <a:cubicBezTo>
                    <a:pt x="5834" y="357"/>
                    <a:pt x="6727" y="691"/>
                    <a:pt x="7465" y="1262"/>
                  </a:cubicBezTo>
                  <a:cubicBezTo>
                    <a:pt x="7510" y="1301"/>
                    <a:pt x="7556" y="1319"/>
                    <a:pt x="7597" y="1319"/>
                  </a:cubicBezTo>
                  <a:cubicBezTo>
                    <a:pt x="7645" y="1319"/>
                    <a:pt x="7684" y="1295"/>
                    <a:pt x="7703" y="1250"/>
                  </a:cubicBezTo>
                  <a:cubicBezTo>
                    <a:pt x="7763" y="1179"/>
                    <a:pt x="7751" y="1072"/>
                    <a:pt x="7680" y="1012"/>
                  </a:cubicBezTo>
                  <a:cubicBezTo>
                    <a:pt x="6834" y="346"/>
                    <a:pt x="5822" y="0"/>
                    <a:pt x="472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623" name="Google Shape;1623;p49"/>
          <p:cNvCxnSpPr>
            <a:stCxn id="1624" idx="3"/>
            <a:endCxn id="1617" idx="1"/>
          </p:cNvCxnSpPr>
          <p:nvPr/>
        </p:nvCxnSpPr>
        <p:spPr>
          <a:xfrm rot="-5400000">
            <a:off x="6401550" y="1960825"/>
            <a:ext cx="1184100" cy="454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5" name="Google Shape;1625;p49"/>
          <p:cNvCxnSpPr>
            <a:endCxn id="1618" idx="0"/>
          </p:cNvCxnSpPr>
          <p:nvPr/>
        </p:nvCxnSpPr>
        <p:spPr>
          <a:xfrm>
            <a:off x="6807425" y="2777750"/>
            <a:ext cx="1335300" cy="261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6" name="Google Shape;1626;p49"/>
          <p:cNvCxnSpPr>
            <a:endCxn id="1615" idx="2"/>
          </p:cNvCxnSpPr>
          <p:nvPr/>
        </p:nvCxnSpPr>
        <p:spPr>
          <a:xfrm rot="10800000">
            <a:off x="1576325" y="2158325"/>
            <a:ext cx="1105500" cy="633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7" name="Google Shape;1627;p49"/>
          <p:cNvCxnSpPr>
            <a:endCxn id="1616" idx="2"/>
          </p:cNvCxnSpPr>
          <p:nvPr/>
        </p:nvCxnSpPr>
        <p:spPr>
          <a:xfrm flipH="1">
            <a:off x="1431425" y="2777750"/>
            <a:ext cx="1222800" cy="975900"/>
          </a:xfrm>
          <a:prstGeom prst="bentConnector4">
            <a:avLst>
              <a:gd fmla="val 12322" name="adj1"/>
              <a:gd fmla="val 124401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8" name="Google Shape;162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2850" y="1450425"/>
            <a:ext cx="4093350" cy="2302496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629" name="Google Shape;1629;p49"/>
          <p:cNvGrpSpPr/>
          <p:nvPr/>
        </p:nvGrpSpPr>
        <p:grpSpPr>
          <a:xfrm>
            <a:off x="416808" y="1590954"/>
            <a:ext cx="185184" cy="367296"/>
            <a:chOff x="7531277" y="2886354"/>
            <a:chExt cx="185184" cy="367296"/>
          </a:xfrm>
        </p:grpSpPr>
        <p:sp>
          <p:nvSpPr>
            <p:cNvPr id="1630" name="Google Shape;1630;p49"/>
            <p:cNvSpPr/>
            <p:nvPr/>
          </p:nvSpPr>
          <p:spPr>
            <a:xfrm>
              <a:off x="7531277" y="2886354"/>
              <a:ext cx="185184" cy="367296"/>
            </a:xfrm>
            <a:custGeom>
              <a:rect b="b" l="l" r="r" t="t"/>
              <a:pathLst>
                <a:path extrusionOk="0" h="11478" w="5787">
                  <a:moveTo>
                    <a:pt x="2894" y="667"/>
                  </a:moveTo>
                  <a:lnTo>
                    <a:pt x="4810" y="5775"/>
                  </a:lnTo>
                  <a:lnTo>
                    <a:pt x="3977" y="5775"/>
                  </a:lnTo>
                  <a:cubicBezTo>
                    <a:pt x="3894" y="5775"/>
                    <a:pt x="3822" y="5846"/>
                    <a:pt x="3822" y="5942"/>
                  </a:cubicBezTo>
                  <a:cubicBezTo>
                    <a:pt x="3822" y="6025"/>
                    <a:pt x="3894" y="6096"/>
                    <a:pt x="3977" y="6096"/>
                  </a:cubicBezTo>
                  <a:lnTo>
                    <a:pt x="4179" y="6096"/>
                  </a:lnTo>
                  <a:lnTo>
                    <a:pt x="5156" y="8287"/>
                  </a:lnTo>
                  <a:lnTo>
                    <a:pt x="4513" y="8287"/>
                  </a:lnTo>
                  <a:cubicBezTo>
                    <a:pt x="4429" y="8287"/>
                    <a:pt x="4358" y="8359"/>
                    <a:pt x="4358" y="8454"/>
                  </a:cubicBezTo>
                  <a:cubicBezTo>
                    <a:pt x="4358" y="8549"/>
                    <a:pt x="4429" y="8620"/>
                    <a:pt x="4513" y="8620"/>
                  </a:cubicBezTo>
                  <a:lnTo>
                    <a:pt x="4632" y="8620"/>
                  </a:lnTo>
                  <a:lnTo>
                    <a:pt x="5310" y="9716"/>
                  </a:lnTo>
                  <a:lnTo>
                    <a:pt x="500" y="9716"/>
                  </a:lnTo>
                  <a:lnTo>
                    <a:pt x="1167" y="8620"/>
                  </a:lnTo>
                  <a:lnTo>
                    <a:pt x="2894" y="8620"/>
                  </a:lnTo>
                  <a:cubicBezTo>
                    <a:pt x="2977" y="8620"/>
                    <a:pt x="3060" y="8549"/>
                    <a:pt x="3060" y="8454"/>
                  </a:cubicBezTo>
                  <a:cubicBezTo>
                    <a:pt x="3060" y="8359"/>
                    <a:pt x="2977" y="8287"/>
                    <a:pt x="2894" y="8287"/>
                  </a:cubicBezTo>
                  <a:lnTo>
                    <a:pt x="631" y="8287"/>
                  </a:lnTo>
                  <a:lnTo>
                    <a:pt x="1608" y="6096"/>
                  </a:lnTo>
                  <a:lnTo>
                    <a:pt x="2346" y="6096"/>
                  </a:lnTo>
                  <a:cubicBezTo>
                    <a:pt x="2429" y="6096"/>
                    <a:pt x="2501" y="6025"/>
                    <a:pt x="2501" y="5942"/>
                  </a:cubicBezTo>
                  <a:cubicBezTo>
                    <a:pt x="2501" y="5846"/>
                    <a:pt x="2429" y="5775"/>
                    <a:pt x="2346" y="5775"/>
                  </a:cubicBezTo>
                  <a:lnTo>
                    <a:pt x="977" y="5775"/>
                  </a:lnTo>
                  <a:lnTo>
                    <a:pt x="2894" y="667"/>
                  </a:lnTo>
                  <a:close/>
                  <a:moveTo>
                    <a:pt x="3263" y="10049"/>
                  </a:moveTo>
                  <a:lnTo>
                    <a:pt x="3263" y="11145"/>
                  </a:lnTo>
                  <a:lnTo>
                    <a:pt x="2524" y="11145"/>
                  </a:lnTo>
                  <a:lnTo>
                    <a:pt x="2524" y="10049"/>
                  </a:lnTo>
                  <a:close/>
                  <a:moveTo>
                    <a:pt x="2882" y="0"/>
                  </a:moveTo>
                  <a:cubicBezTo>
                    <a:pt x="2810" y="0"/>
                    <a:pt x="2751" y="48"/>
                    <a:pt x="2715" y="108"/>
                  </a:cubicBezTo>
                  <a:lnTo>
                    <a:pt x="560" y="5870"/>
                  </a:lnTo>
                  <a:cubicBezTo>
                    <a:pt x="548" y="5906"/>
                    <a:pt x="548" y="5965"/>
                    <a:pt x="572" y="6013"/>
                  </a:cubicBezTo>
                  <a:cubicBezTo>
                    <a:pt x="596" y="6061"/>
                    <a:pt x="667" y="6084"/>
                    <a:pt x="703" y="6084"/>
                  </a:cubicBezTo>
                  <a:lnTo>
                    <a:pt x="1227" y="6084"/>
                  </a:lnTo>
                  <a:lnTo>
                    <a:pt x="203" y="8359"/>
                  </a:lnTo>
                  <a:cubicBezTo>
                    <a:pt x="167" y="8406"/>
                    <a:pt x="191" y="8478"/>
                    <a:pt x="215" y="8525"/>
                  </a:cubicBezTo>
                  <a:cubicBezTo>
                    <a:pt x="250" y="8573"/>
                    <a:pt x="298" y="8597"/>
                    <a:pt x="369" y="8597"/>
                  </a:cubicBezTo>
                  <a:lnTo>
                    <a:pt x="750" y="8597"/>
                  </a:lnTo>
                  <a:lnTo>
                    <a:pt x="36" y="9787"/>
                  </a:lnTo>
                  <a:cubicBezTo>
                    <a:pt x="0" y="9835"/>
                    <a:pt x="0" y="9906"/>
                    <a:pt x="36" y="9954"/>
                  </a:cubicBezTo>
                  <a:cubicBezTo>
                    <a:pt x="72" y="10013"/>
                    <a:pt x="119" y="10049"/>
                    <a:pt x="191" y="10049"/>
                  </a:cubicBezTo>
                  <a:lnTo>
                    <a:pt x="2179" y="10049"/>
                  </a:lnTo>
                  <a:lnTo>
                    <a:pt x="2179" y="11145"/>
                  </a:lnTo>
                  <a:lnTo>
                    <a:pt x="1989" y="11145"/>
                  </a:lnTo>
                  <a:cubicBezTo>
                    <a:pt x="1893" y="11145"/>
                    <a:pt x="1822" y="11228"/>
                    <a:pt x="1822" y="11311"/>
                  </a:cubicBezTo>
                  <a:cubicBezTo>
                    <a:pt x="1822" y="11407"/>
                    <a:pt x="1893" y="11478"/>
                    <a:pt x="1989" y="11478"/>
                  </a:cubicBezTo>
                  <a:lnTo>
                    <a:pt x="3786" y="11478"/>
                  </a:lnTo>
                  <a:cubicBezTo>
                    <a:pt x="3870" y="11478"/>
                    <a:pt x="3953" y="11407"/>
                    <a:pt x="3953" y="11311"/>
                  </a:cubicBezTo>
                  <a:cubicBezTo>
                    <a:pt x="3953" y="11228"/>
                    <a:pt x="3870" y="11145"/>
                    <a:pt x="3786" y="11145"/>
                  </a:cubicBezTo>
                  <a:lnTo>
                    <a:pt x="3596" y="11145"/>
                  </a:lnTo>
                  <a:lnTo>
                    <a:pt x="3596" y="10049"/>
                  </a:lnTo>
                  <a:lnTo>
                    <a:pt x="5584" y="10049"/>
                  </a:lnTo>
                  <a:cubicBezTo>
                    <a:pt x="5644" y="10049"/>
                    <a:pt x="5703" y="10013"/>
                    <a:pt x="5739" y="9954"/>
                  </a:cubicBezTo>
                  <a:cubicBezTo>
                    <a:pt x="5787" y="9918"/>
                    <a:pt x="5787" y="9859"/>
                    <a:pt x="5739" y="9787"/>
                  </a:cubicBezTo>
                  <a:lnTo>
                    <a:pt x="5025" y="8597"/>
                  </a:lnTo>
                  <a:lnTo>
                    <a:pt x="5406" y="8597"/>
                  </a:lnTo>
                  <a:cubicBezTo>
                    <a:pt x="5465" y="8597"/>
                    <a:pt x="5513" y="8573"/>
                    <a:pt x="5549" y="8525"/>
                  </a:cubicBezTo>
                  <a:cubicBezTo>
                    <a:pt x="5572" y="8490"/>
                    <a:pt x="5572" y="8418"/>
                    <a:pt x="5561" y="8359"/>
                  </a:cubicBezTo>
                  <a:lnTo>
                    <a:pt x="4537" y="6084"/>
                  </a:lnTo>
                  <a:lnTo>
                    <a:pt x="5049" y="6084"/>
                  </a:lnTo>
                  <a:cubicBezTo>
                    <a:pt x="5108" y="6084"/>
                    <a:pt x="5156" y="6061"/>
                    <a:pt x="5191" y="6013"/>
                  </a:cubicBezTo>
                  <a:cubicBezTo>
                    <a:pt x="5215" y="5965"/>
                    <a:pt x="5227" y="5906"/>
                    <a:pt x="5203" y="5870"/>
                  </a:cubicBezTo>
                  <a:lnTo>
                    <a:pt x="3048" y="108"/>
                  </a:lnTo>
                  <a:cubicBezTo>
                    <a:pt x="3013" y="48"/>
                    <a:pt x="2953" y="0"/>
                    <a:pt x="288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49"/>
            <p:cNvSpPr/>
            <p:nvPr/>
          </p:nvSpPr>
          <p:spPr>
            <a:xfrm>
              <a:off x="7642157" y="3151154"/>
              <a:ext cx="16032" cy="10688"/>
            </a:xfrm>
            <a:custGeom>
              <a:rect b="b" l="l" r="r" t="t"/>
              <a:pathLst>
                <a:path extrusionOk="0" h="334" w="501">
                  <a:moveTo>
                    <a:pt x="155" y="0"/>
                  </a:moveTo>
                  <a:cubicBezTo>
                    <a:pt x="71" y="0"/>
                    <a:pt x="0" y="72"/>
                    <a:pt x="0" y="167"/>
                  </a:cubicBezTo>
                  <a:cubicBezTo>
                    <a:pt x="0" y="250"/>
                    <a:pt x="71" y="334"/>
                    <a:pt x="155" y="334"/>
                  </a:cubicBezTo>
                  <a:lnTo>
                    <a:pt x="333" y="334"/>
                  </a:lnTo>
                  <a:cubicBezTo>
                    <a:pt x="429" y="334"/>
                    <a:pt x="500" y="250"/>
                    <a:pt x="500" y="167"/>
                  </a:cubicBezTo>
                  <a:cubicBezTo>
                    <a:pt x="500" y="72"/>
                    <a:pt x="429" y="0"/>
                    <a:pt x="33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49"/>
            <p:cNvSpPr/>
            <p:nvPr/>
          </p:nvSpPr>
          <p:spPr>
            <a:xfrm>
              <a:off x="7625005" y="3070738"/>
              <a:ext cx="16032" cy="10336"/>
            </a:xfrm>
            <a:custGeom>
              <a:rect b="b" l="l" r="r" t="t"/>
              <a:pathLst>
                <a:path extrusionOk="0" h="323" w="501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55" y="322"/>
                  </a:cubicBezTo>
                  <a:lnTo>
                    <a:pt x="334" y="322"/>
                  </a:lnTo>
                  <a:cubicBezTo>
                    <a:pt x="429" y="322"/>
                    <a:pt x="500" y="251"/>
                    <a:pt x="500" y="168"/>
                  </a:cubicBezTo>
                  <a:cubicBezTo>
                    <a:pt x="500" y="72"/>
                    <a:pt x="429" y="1"/>
                    <a:pt x="33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3" name="Google Shape;1633;p49"/>
          <p:cNvGrpSpPr/>
          <p:nvPr/>
        </p:nvGrpSpPr>
        <p:grpSpPr>
          <a:xfrm>
            <a:off x="8696152" y="1596862"/>
            <a:ext cx="355099" cy="355481"/>
            <a:chOff x="3539102" y="2427549"/>
            <a:chExt cx="355099" cy="355481"/>
          </a:xfrm>
        </p:grpSpPr>
        <p:sp>
          <p:nvSpPr>
            <p:cNvPr id="1634" name="Google Shape;1634;p49"/>
            <p:cNvSpPr/>
            <p:nvPr/>
          </p:nvSpPr>
          <p:spPr>
            <a:xfrm>
              <a:off x="3539102" y="2561320"/>
              <a:ext cx="355099" cy="22171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49"/>
            <p:cNvSpPr/>
            <p:nvPr/>
          </p:nvSpPr>
          <p:spPr>
            <a:xfrm>
              <a:off x="3544417" y="2427549"/>
              <a:ext cx="339568" cy="205415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6" name="Google Shape;1636;p49"/>
          <p:cNvGrpSpPr/>
          <p:nvPr/>
        </p:nvGrpSpPr>
        <p:grpSpPr>
          <a:xfrm>
            <a:off x="8377478" y="3184746"/>
            <a:ext cx="269343" cy="348543"/>
            <a:chOff x="3119678" y="3360146"/>
            <a:chExt cx="269343" cy="348543"/>
          </a:xfrm>
        </p:grpSpPr>
        <p:sp>
          <p:nvSpPr>
            <p:cNvPr id="1637" name="Google Shape;1637;p49"/>
            <p:cNvSpPr/>
            <p:nvPr/>
          </p:nvSpPr>
          <p:spPr>
            <a:xfrm>
              <a:off x="3268289" y="3498271"/>
              <a:ext cx="43782" cy="46728"/>
            </a:xfrm>
            <a:custGeom>
              <a:rect b="b" l="l" r="r" t="t"/>
              <a:pathLst>
                <a:path extrusionOk="0" h="1475" w="1382">
                  <a:moveTo>
                    <a:pt x="196" y="0"/>
                  </a:moveTo>
                  <a:cubicBezTo>
                    <a:pt x="137" y="0"/>
                    <a:pt x="81" y="35"/>
                    <a:pt x="48" y="93"/>
                  </a:cubicBezTo>
                  <a:cubicBezTo>
                    <a:pt x="0" y="164"/>
                    <a:pt x="36" y="272"/>
                    <a:pt x="119" y="319"/>
                  </a:cubicBezTo>
                  <a:cubicBezTo>
                    <a:pt x="584" y="557"/>
                    <a:pt x="905" y="926"/>
                    <a:pt x="1048" y="1355"/>
                  </a:cubicBezTo>
                  <a:cubicBezTo>
                    <a:pt x="1060" y="1438"/>
                    <a:pt x="1131" y="1474"/>
                    <a:pt x="1191" y="1474"/>
                  </a:cubicBezTo>
                  <a:cubicBezTo>
                    <a:pt x="1203" y="1474"/>
                    <a:pt x="1227" y="1474"/>
                    <a:pt x="1239" y="1462"/>
                  </a:cubicBezTo>
                  <a:cubicBezTo>
                    <a:pt x="1322" y="1415"/>
                    <a:pt x="1381" y="1331"/>
                    <a:pt x="1358" y="1236"/>
                  </a:cubicBezTo>
                  <a:cubicBezTo>
                    <a:pt x="1191" y="736"/>
                    <a:pt x="810" y="284"/>
                    <a:pt x="274" y="22"/>
                  </a:cubicBezTo>
                  <a:cubicBezTo>
                    <a:pt x="249" y="7"/>
                    <a:pt x="222" y="0"/>
                    <a:pt x="19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49"/>
            <p:cNvSpPr/>
            <p:nvPr/>
          </p:nvSpPr>
          <p:spPr>
            <a:xfrm>
              <a:off x="3147208" y="3475176"/>
              <a:ext cx="214664" cy="233513"/>
            </a:xfrm>
            <a:custGeom>
              <a:rect b="b" l="l" r="r" t="t"/>
              <a:pathLst>
                <a:path extrusionOk="0" h="7371" w="6776">
                  <a:moveTo>
                    <a:pt x="3537" y="4608"/>
                  </a:moveTo>
                  <a:lnTo>
                    <a:pt x="3537" y="4989"/>
                  </a:lnTo>
                  <a:lnTo>
                    <a:pt x="3179" y="4989"/>
                  </a:lnTo>
                  <a:lnTo>
                    <a:pt x="3179" y="4608"/>
                  </a:lnTo>
                  <a:cubicBezTo>
                    <a:pt x="3239" y="4620"/>
                    <a:pt x="3298" y="4620"/>
                    <a:pt x="3358" y="4620"/>
                  </a:cubicBezTo>
                  <a:cubicBezTo>
                    <a:pt x="3417" y="4620"/>
                    <a:pt x="3477" y="4620"/>
                    <a:pt x="3537" y="4608"/>
                  </a:cubicBezTo>
                  <a:close/>
                  <a:moveTo>
                    <a:pt x="5977" y="5299"/>
                  </a:moveTo>
                  <a:lnTo>
                    <a:pt x="5977" y="5763"/>
                  </a:lnTo>
                  <a:lnTo>
                    <a:pt x="798" y="5763"/>
                  </a:lnTo>
                  <a:lnTo>
                    <a:pt x="798" y="5299"/>
                  </a:lnTo>
                  <a:close/>
                  <a:moveTo>
                    <a:pt x="3406" y="0"/>
                  </a:moveTo>
                  <a:cubicBezTo>
                    <a:pt x="2751" y="0"/>
                    <a:pt x="2132" y="262"/>
                    <a:pt x="1667" y="715"/>
                  </a:cubicBezTo>
                  <a:cubicBezTo>
                    <a:pt x="1203" y="1179"/>
                    <a:pt x="953" y="1798"/>
                    <a:pt x="953" y="2465"/>
                  </a:cubicBezTo>
                  <a:lnTo>
                    <a:pt x="953" y="2715"/>
                  </a:lnTo>
                  <a:cubicBezTo>
                    <a:pt x="953" y="2798"/>
                    <a:pt x="1024" y="2882"/>
                    <a:pt x="1120" y="2882"/>
                  </a:cubicBezTo>
                  <a:cubicBezTo>
                    <a:pt x="1203" y="2882"/>
                    <a:pt x="1274" y="2798"/>
                    <a:pt x="1274" y="2715"/>
                  </a:cubicBezTo>
                  <a:lnTo>
                    <a:pt x="1274" y="2465"/>
                  </a:lnTo>
                  <a:cubicBezTo>
                    <a:pt x="1274" y="1894"/>
                    <a:pt x="1501" y="1358"/>
                    <a:pt x="1905" y="953"/>
                  </a:cubicBezTo>
                  <a:cubicBezTo>
                    <a:pt x="2310" y="548"/>
                    <a:pt x="2846" y="334"/>
                    <a:pt x="3406" y="334"/>
                  </a:cubicBezTo>
                  <a:cubicBezTo>
                    <a:pt x="4584" y="334"/>
                    <a:pt x="5549" y="1286"/>
                    <a:pt x="5549" y="2477"/>
                  </a:cubicBezTo>
                  <a:lnTo>
                    <a:pt x="5549" y="4989"/>
                  </a:lnTo>
                  <a:lnTo>
                    <a:pt x="3882" y="4989"/>
                  </a:lnTo>
                  <a:lnTo>
                    <a:pt x="3882" y="4489"/>
                  </a:lnTo>
                  <a:cubicBezTo>
                    <a:pt x="4060" y="4382"/>
                    <a:pt x="4215" y="4203"/>
                    <a:pt x="4299" y="3989"/>
                  </a:cubicBezTo>
                  <a:cubicBezTo>
                    <a:pt x="4334" y="3906"/>
                    <a:pt x="4287" y="3810"/>
                    <a:pt x="4215" y="3787"/>
                  </a:cubicBezTo>
                  <a:cubicBezTo>
                    <a:pt x="4193" y="3778"/>
                    <a:pt x="4171" y="3775"/>
                    <a:pt x="4149" y="3775"/>
                  </a:cubicBezTo>
                  <a:cubicBezTo>
                    <a:pt x="4079" y="3775"/>
                    <a:pt x="4019" y="3815"/>
                    <a:pt x="4001" y="3870"/>
                  </a:cubicBezTo>
                  <a:cubicBezTo>
                    <a:pt x="3941" y="4037"/>
                    <a:pt x="3822" y="4156"/>
                    <a:pt x="3668" y="4227"/>
                  </a:cubicBezTo>
                  <a:lnTo>
                    <a:pt x="3656" y="4227"/>
                  </a:lnTo>
                  <a:cubicBezTo>
                    <a:pt x="3572" y="4263"/>
                    <a:pt x="3477" y="4287"/>
                    <a:pt x="3394" y="4287"/>
                  </a:cubicBezTo>
                  <a:cubicBezTo>
                    <a:pt x="3036" y="4287"/>
                    <a:pt x="2739" y="3989"/>
                    <a:pt x="2739" y="3632"/>
                  </a:cubicBezTo>
                  <a:cubicBezTo>
                    <a:pt x="2739" y="3275"/>
                    <a:pt x="3036" y="2977"/>
                    <a:pt x="3394" y="2977"/>
                  </a:cubicBezTo>
                  <a:cubicBezTo>
                    <a:pt x="3644" y="2977"/>
                    <a:pt x="3882" y="3132"/>
                    <a:pt x="3989" y="3370"/>
                  </a:cubicBezTo>
                  <a:cubicBezTo>
                    <a:pt x="4006" y="3421"/>
                    <a:pt x="4067" y="3461"/>
                    <a:pt x="4126" y="3461"/>
                  </a:cubicBezTo>
                  <a:cubicBezTo>
                    <a:pt x="4149" y="3461"/>
                    <a:pt x="4171" y="3455"/>
                    <a:pt x="4191" y="3441"/>
                  </a:cubicBezTo>
                  <a:cubicBezTo>
                    <a:pt x="4263" y="3418"/>
                    <a:pt x="4310" y="3310"/>
                    <a:pt x="4263" y="3239"/>
                  </a:cubicBezTo>
                  <a:cubicBezTo>
                    <a:pt x="4108" y="2894"/>
                    <a:pt x="3763" y="2667"/>
                    <a:pt x="3370" y="2667"/>
                  </a:cubicBezTo>
                  <a:cubicBezTo>
                    <a:pt x="2834" y="2667"/>
                    <a:pt x="2394" y="3096"/>
                    <a:pt x="2394" y="3656"/>
                  </a:cubicBezTo>
                  <a:cubicBezTo>
                    <a:pt x="2394" y="4013"/>
                    <a:pt x="2584" y="4322"/>
                    <a:pt x="2870" y="4489"/>
                  </a:cubicBezTo>
                  <a:lnTo>
                    <a:pt x="2870" y="4989"/>
                  </a:lnTo>
                  <a:lnTo>
                    <a:pt x="1262" y="4989"/>
                  </a:lnTo>
                  <a:lnTo>
                    <a:pt x="1262" y="3358"/>
                  </a:lnTo>
                  <a:cubicBezTo>
                    <a:pt x="1262" y="3263"/>
                    <a:pt x="1191" y="3191"/>
                    <a:pt x="1096" y="3191"/>
                  </a:cubicBezTo>
                  <a:cubicBezTo>
                    <a:pt x="1012" y="3191"/>
                    <a:pt x="941" y="3263"/>
                    <a:pt x="941" y="3358"/>
                  </a:cubicBezTo>
                  <a:lnTo>
                    <a:pt x="941" y="4989"/>
                  </a:lnTo>
                  <a:lnTo>
                    <a:pt x="655" y="4989"/>
                  </a:lnTo>
                  <a:cubicBezTo>
                    <a:pt x="560" y="4989"/>
                    <a:pt x="489" y="5061"/>
                    <a:pt x="489" y="5156"/>
                  </a:cubicBezTo>
                  <a:lnTo>
                    <a:pt x="489" y="5775"/>
                  </a:lnTo>
                  <a:lnTo>
                    <a:pt x="167" y="5775"/>
                  </a:lnTo>
                  <a:cubicBezTo>
                    <a:pt x="72" y="5775"/>
                    <a:pt x="0" y="5858"/>
                    <a:pt x="0" y="5942"/>
                  </a:cubicBezTo>
                  <a:lnTo>
                    <a:pt x="0" y="7204"/>
                  </a:lnTo>
                  <a:cubicBezTo>
                    <a:pt x="0" y="7299"/>
                    <a:pt x="72" y="7370"/>
                    <a:pt x="167" y="7370"/>
                  </a:cubicBezTo>
                  <a:lnTo>
                    <a:pt x="3918" y="7370"/>
                  </a:lnTo>
                  <a:cubicBezTo>
                    <a:pt x="4001" y="7370"/>
                    <a:pt x="4072" y="7299"/>
                    <a:pt x="4072" y="7204"/>
                  </a:cubicBezTo>
                  <a:cubicBezTo>
                    <a:pt x="4072" y="7120"/>
                    <a:pt x="4001" y="7049"/>
                    <a:pt x="3918" y="7049"/>
                  </a:cubicBezTo>
                  <a:lnTo>
                    <a:pt x="322" y="7049"/>
                  </a:lnTo>
                  <a:lnTo>
                    <a:pt x="322" y="6108"/>
                  </a:lnTo>
                  <a:lnTo>
                    <a:pt x="6442" y="6108"/>
                  </a:lnTo>
                  <a:lnTo>
                    <a:pt x="6442" y="7049"/>
                  </a:lnTo>
                  <a:lnTo>
                    <a:pt x="4537" y="7049"/>
                  </a:lnTo>
                  <a:cubicBezTo>
                    <a:pt x="4453" y="7049"/>
                    <a:pt x="4370" y="7120"/>
                    <a:pt x="4370" y="7204"/>
                  </a:cubicBezTo>
                  <a:cubicBezTo>
                    <a:pt x="4370" y="7299"/>
                    <a:pt x="4453" y="7370"/>
                    <a:pt x="4537" y="7370"/>
                  </a:cubicBezTo>
                  <a:lnTo>
                    <a:pt x="6608" y="7370"/>
                  </a:lnTo>
                  <a:cubicBezTo>
                    <a:pt x="6692" y="7370"/>
                    <a:pt x="6775" y="7299"/>
                    <a:pt x="6775" y="7204"/>
                  </a:cubicBezTo>
                  <a:lnTo>
                    <a:pt x="6775" y="5942"/>
                  </a:lnTo>
                  <a:cubicBezTo>
                    <a:pt x="6775" y="5835"/>
                    <a:pt x="6716" y="5763"/>
                    <a:pt x="6620" y="5763"/>
                  </a:cubicBezTo>
                  <a:lnTo>
                    <a:pt x="6311" y="5763"/>
                  </a:lnTo>
                  <a:lnTo>
                    <a:pt x="6311" y="5144"/>
                  </a:lnTo>
                  <a:cubicBezTo>
                    <a:pt x="6311" y="5049"/>
                    <a:pt x="6239" y="4977"/>
                    <a:pt x="6144" y="4977"/>
                  </a:cubicBezTo>
                  <a:lnTo>
                    <a:pt x="5858" y="4977"/>
                  </a:lnTo>
                  <a:lnTo>
                    <a:pt x="5858" y="2465"/>
                  </a:lnTo>
                  <a:cubicBezTo>
                    <a:pt x="5858" y="1108"/>
                    <a:pt x="4763" y="0"/>
                    <a:pt x="340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49"/>
            <p:cNvSpPr/>
            <p:nvPr/>
          </p:nvSpPr>
          <p:spPr>
            <a:xfrm>
              <a:off x="3249408" y="3360146"/>
              <a:ext cx="10613" cy="97321"/>
            </a:xfrm>
            <a:custGeom>
              <a:rect b="b" l="l" r="r" t="t"/>
              <a:pathLst>
                <a:path extrusionOk="0" h="3072" w="335">
                  <a:moveTo>
                    <a:pt x="168" y="0"/>
                  </a:moveTo>
                  <a:cubicBezTo>
                    <a:pt x="72" y="0"/>
                    <a:pt x="1" y="83"/>
                    <a:pt x="1" y="167"/>
                  </a:cubicBezTo>
                  <a:lnTo>
                    <a:pt x="1" y="2905"/>
                  </a:lnTo>
                  <a:cubicBezTo>
                    <a:pt x="1" y="3000"/>
                    <a:pt x="72" y="3072"/>
                    <a:pt x="168" y="3072"/>
                  </a:cubicBezTo>
                  <a:cubicBezTo>
                    <a:pt x="251" y="3072"/>
                    <a:pt x="334" y="3000"/>
                    <a:pt x="334" y="2905"/>
                  </a:cubicBezTo>
                  <a:lnTo>
                    <a:pt x="334" y="167"/>
                  </a:lnTo>
                  <a:cubicBezTo>
                    <a:pt x="334" y="83"/>
                    <a:pt x="251" y="0"/>
                    <a:pt x="1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49"/>
            <p:cNvSpPr/>
            <p:nvPr/>
          </p:nvSpPr>
          <p:spPr>
            <a:xfrm>
              <a:off x="3175879" y="3377919"/>
              <a:ext cx="54331" cy="86740"/>
            </a:xfrm>
            <a:custGeom>
              <a:rect b="b" l="l" r="r" t="t"/>
              <a:pathLst>
                <a:path extrusionOk="0" h="2738" w="1715">
                  <a:moveTo>
                    <a:pt x="188" y="1"/>
                  </a:moveTo>
                  <a:cubicBezTo>
                    <a:pt x="161" y="1"/>
                    <a:pt x="134" y="8"/>
                    <a:pt x="107" y="22"/>
                  </a:cubicBezTo>
                  <a:cubicBezTo>
                    <a:pt x="36" y="70"/>
                    <a:pt x="0" y="153"/>
                    <a:pt x="48" y="249"/>
                  </a:cubicBezTo>
                  <a:lnTo>
                    <a:pt x="1381" y="2642"/>
                  </a:lnTo>
                  <a:cubicBezTo>
                    <a:pt x="1417" y="2701"/>
                    <a:pt x="1477" y="2737"/>
                    <a:pt x="1524" y="2737"/>
                  </a:cubicBezTo>
                  <a:cubicBezTo>
                    <a:pt x="1548" y="2737"/>
                    <a:pt x="1584" y="2737"/>
                    <a:pt x="1596" y="2713"/>
                  </a:cubicBezTo>
                  <a:cubicBezTo>
                    <a:pt x="1679" y="2654"/>
                    <a:pt x="1715" y="2559"/>
                    <a:pt x="1667" y="2475"/>
                  </a:cubicBezTo>
                  <a:lnTo>
                    <a:pt x="334" y="82"/>
                  </a:lnTo>
                  <a:cubicBezTo>
                    <a:pt x="301" y="33"/>
                    <a:pt x="246" y="1"/>
                    <a:pt x="18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49"/>
            <p:cNvSpPr/>
            <p:nvPr/>
          </p:nvSpPr>
          <p:spPr>
            <a:xfrm>
              <a:off x="3119678" y="3429399"/>
              <a:ext cx="89401" cy="50720"/>
            </a:xfrm>
            <a:custGeom>
              <a:rect b="b" l="l" r="r" t="t"/>
              <a:pathLst>
                <a:path extrusionOk="0" h="1601" w="2822">
                  <a:moveTo>
                    <a:pt x="200" y="0"/>
                  </a:moveTo>
                  <a:cubicBezTo>
                    <a:pt x="142" y="0"/>
                    <a:pt x="81" y="27"/>
                    <a:pt x="48" y="76"/>
                  </a:cubicBezTo>
                  <a:cubicBezTo>
                    <a:pt x="0" y="160"/>
                    <a:pt x="36" y="255"/>
                    <a:pt x="107" y="302"/>
                  </a:cubicBezTo>
                  <a:lnTo>
                    <a:pt x="2536" y="1588"/>
                  </a:lnTo>
                  <a:cubicBezTo>
                    <a:pt x="2560" y="1600"/>
                    <a:pt x="2584" y="1600"/>
                    <a:pt x="2608" y="1600"/>
                  </a:cubicBezTo>
                  <a:cubicBezTo>
                    <a:pt x="2667" y="1600"/>
                    <a:pt x="2727" y="1565"/>
                    <a:pt x="2762" y="1505"/>
                  </a:cubicBezTo>
                  <a:cubicBezTo>
                    <a:pt x="2822" y="1445"/>
                    <a:pt x="2786" y="1350"/>
                    <a:pt x="2703" y="1303"/>
                  </a:cubicBezTo>
                  <a:lnTo>
                    <a:pt x="274" y="17"/>
                  </a:lnTo>
                  <a:cubicBezTo>
                    <a:pt x="252" y="6"/>
                    <a:pt x="226" y="0"/>
                    <a:pt x="20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49"/>
            <p:cNvSpPr/>
            <p:nvPr/>
          </p:nvSpPr>
          <p:spPr>
            <a:xfrm>
              <a:off x="3279219" y="3377919"/>
              <a:ext cx="54363" cy="85980"/>
            </a:xfrm>
            <a:custGeom>
              <a:rect b="b" l="l" r="r" t="t"/>
              <a:pathLst>
                <a:path extrusionOk="0" h="2714" w="1716">
                  <a:moveTo>
                    <a:pt x="1533" y="1"/>
                  </a:moveTo>
                  <a:cubicBezTo>
                    <a:pt x="1475" y="1"/>
                    <a:pt x="1414" y="33"/>
                    <a:pt x="1382" y="82"/>
                  </a:cubicBezTo>
                  <a:lnTo>
                    <a:pt x="48" y="2475"/>
                  </a:lnTo>
                  <a:cubicBezTo>
                    <a:pt x="1" y="2559"/>
                    <a:pt x="24" y="2654"/>
                    <a:pt x="108" y="2701"/>
                  </a:cubicBezTo>
                  <a:cubicBezTo>
                    <a:pt x="132" y="2713"/>
                    <a:pt x="143" y="2713"/>
                    <a:pt x="179" y="2713"/>
                  </a:cubicBezTo>
                  <a:cubicBezTo>
                    <a:pt x="239" y="2713"/>
                    <a:pt x="286" y="2689"/>
                    <a:pt x="310" y="2630"/>
                  </a:cubicBezTo>
                  <a:lnTo>
                    <a:pt x="1656" y="237"/>
                  </a:lnTo>
                  <a:cubicBezTo>
                    <a:pt x="1715" y="153"/>
                    <a:pt x="1679" y="70"/>
                    <a:pt x="1608" y="22"/>
                  </a:cubicBezTo>
                  <a:cubicBezTo>
                    <a:pt x="1585" y="8"/>
                    <a:pt x="1560" y="1"/>
                    <a:pt x="153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49"/>
            <p:cNvSpPr/>
            <p:nvPr/>
          </p:nvSpPr>
          <p:spPr>
            <a:xfrm>
              <a:off x="3300349" y="3429399"/>
              <a:ext cx="88672" cy="51100"/>
            </a:xfrm>
            <a:custGeom>
              <a:rect b="b" l="l" r="r" t="t"/>
              <a:pathLst>
                <a:path extrusionOk="0" h="1613" w="2799">
                  <a:moveTo>
                    <a:pt x="2615" y="0"/>
                  </a:moveTo>
                  <a:cubicBezTo>
                    <a:pt x="2589" y="0"/>
                    <a:pt x="2562" y="6"/>
                    <a:pt x="2536" y="17"/>
                  </a:cubicBezTo>
                  <a:lnTo>
                    <a:pt x="107" y="1303"/>
                  </a:lnTo>
                  <a:cubicBezTo>
                    <a:pt x="36" y="1350"/>
                    <a:pt x="0" y="1434"/>
                    <a:pt x="48" y="1529"/>
                  </a:cubicBezTo>
                  <a:cubicBezTo>
                    <a:pt x="72" y="1588"/>
                    <a:pt x="131" y="1612"/>
                    <a:pt x="191" y="1612"/>
                  </a:cubicBezTo>
                  <a:cubicBezTo>
                    <a:pt x="227" y="1612"/>
                    <a:pt x="238" y="1612"/>
                    <a:pt x="274" y="1600"/>
                  </a:cubicBezTo>
                  <a:lnTo>
                    <a:pt x="2691" y="314"/>
                  </a:lnTo>
                  <a:cubicBezTo>
                    <a:pt x="2774" y="255"/>
                    <a:pt x="2798" y="172"/>
                    <a:pt x="2751" y="76"/>
                  </a:cubicBezTo>
                  <a:cubicBezTo>
                    <a:pt x="2726" y="27"/>
                    <a:pt x="2673" y="0"/>
                    <a:pt x="26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4" name="Google Shape;1644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50"/>
          <p:cNvSpPr txBox="1"/>
          <p:nvPr>
            <p:ph idx="429496729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>
                <a:uFill>
                  <a:noFill/>
                </a:uFill>
                <a:hlinkClick r:id="rId3"/>
              </a:rPr>
              <a:t>Local Outlier Factor</a:t>
            </a:r>
            <a:r>
              <a:rPr lang="iw"/>
              <a:t> (</a:t>
            </a:r>
            <a:r>
              <a:rPr lang="iw"/>
              <a:t>LOF)</a:t>
            </a:r>
            <a:endParaRPr/>
          </a:p>
        </p:txBody>
      </p:sp>
      <p:pic>
        <p:nvPicPr>
          <p:cNvPr id="1650" name="Google Shape;1650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6626" y="1239025"/>
            <a:ext cx="4109699" cy="3082274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51" name="Google Shape;1651;p50"/>
          <p:cNvSpPr txBox="1"/>
          <p:nvPr/>
        </p:nvSpPr>
        <p:spPr>
          <a:xfrm>
            <a:off x="586175" y="1444025"/>
            <a:ext cx="19803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iw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Density-Based Detection</a:t>
            </a:r>
            <a:endParaRPr/>
          </a:p>
        </p:txBody>
      </p:sp>
      <p:sp>
        <p:nvSpPr>
          <p:cNvPr id="1652" name="Google Shape;1652;p50"/>
          <p:cNvSpPr txBox="1"/>
          <p:nvPr/>
        </p:nvSpPr>
        <p:spPr>
          <a:xfrm>
            <a:off x="509975" y="3039350"/>
            <a:ext cx="184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iw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Isolation Depth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3" name="Google Shape;1653;p50"/>
          <p:cNvSpPr txBox="1"/>
          <p:nvPr/>
        </p:nvSpPr>
        <p:spPr>
          <a:xfrm>
            <a:off x="7221000" y="1239025"/>
            <a:ext cx="1923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iw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Local Perspective</a:t>
            </a:r>
            <a:endParaRPr/>
          </a:p>
        </p:txBody>
      </p:sp>
      <p:sp>
        <p:nvSpPr>
          <p:cNvPr id="1654" name="Google Shape;1654;p50"/>
          <p:cNvSpPr txBox="1"/>
          <p:nvPr/>
        </p:nvSpPr>
        <p:spPr>
          <a:xfrm>
            <a:off x="7124975" y="3039350"/>
            <a:ext cx="2035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iw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Effective in Complex Data</a:t>
            </a:r>
            <a:endParaRPr/>
          </a:p>
        </p:txBody>
      </p:sp>
      <p:sp>
        <p:nvSpPr>
          <p:cNvPr id="1655" name="Google Shape;1655;p50"/>
          <p:cNvSpPr/>
          <p:nvPr/>
        </p:nvSpPr>
        <p:spPr>
          <a:xfrm>
            <a:off x="205171" y="1570171"/>
            <a:ext cx="358464" cy="356808"/>
          </a:xfrm>
          <a:custGeom>
            <a:rect b="b" l="l" r="r" t="t"/>
            <a:pathLst>
              <a:path extrusionOk="0" h="11201" w="11253">
                <a:moveTo>
                  <a:pt x="9133" y="0"/>
                </a:moveTo>
                <a:cubicBezTo>
                  <a:pt x="8990" y="0"/>
                  <a:pt x="8847" y="60"/>
                  <a:pt x="8740" y="167"/>
                </a:cubicBezTo>
                <a:lnTo>
                  <a:pt x="322" y="8584"/>
                </a:lnTo>
                <a:cubicBezTo>
                  <a:pt x="1" y="8894"/>
                  <a:pt x="1" y="9263"/>
                  <a:pt x="215" y="9465"/>
                </a:cubicBezTo>
                <a:lnTo>
                  <a:pt x="1787" y="11049"/>
                </a:lnTo>
                <a:cubicBezTo>
                  <a:pt x="1894" y="11150"/>
                  <a:pt x="2037" y="11201"/>
                  <a:pt x="2178" y="11201"/>
                </a:cubicBezTo>
                <a:cubicBezTo>
                  <a:pt x="2320" y="11201"/>
                  <a:pt x="2460" y="11150"/>
                  <a:pt x="2561" y="11049"/>
                </a:cubicBezTo>
                <a:lnTo>
                  <a:pt x="9371" y="4239"/>
                </a:lnTo>
                <a:cubicBezTo>
                  <a:pt x="9431" y="4179"/>
                  <a:pt x="9431" y="4084"/>
                  <a:pt x="9371" y="4001"/>
                </a:cubicBezTo>
                <a:cubicBezTo>
                  <a:pt x="9341" y="3971"/>
                  <a:pt x="9300" y="3956"/>
                  <a:pt x="9257" y="3956"/>
                </a:cubicBezTo>
                <a:cubicBezTo>
                  <a:pt x="9213" y="3956"/>
                  <a:pt x="9169" y="3971"/>
                  <a:pt x="9133" y="4001"/>
                </a:cubicBezTo>
                <a:lnTo>
                  <a:pt x="2323" y="10811"/>
                </a:lnTo>
                <a:cubicBezTo>
                  <a:pt x="2281" y="10853"/>
                  <a:pt x="2227" y="10873"/>
                  <a:pt x="2172" y="10873"/>
                </a:cubicBezTo>
                <a:cubicBezTo>
                  <a:pt x="2117" y="10873"/>
                  <a:pt x="2061" y="10853"/>
                  <a:pt x="2013" y="10811"/>
                </a:cubicBezTo>
                <a:lnTo>
                  <a:pt x="453" y="9227"/>
                </a:lnTo>
                <a:cubicBezTo>
                  <a:pt x="358" y="9144"/>
                  <a:pt x="358" y="9001"/>
                  <a:pt x="453" y="8918"/>
                </a:cubicBezTo>
                <a:lnTo>
                  <a:pt x="703" y="8656"/>
                </a:lnTo>
                <a:lnTo>
                  <a:pt x="1096" y="9049"/>
                </a:lnTo>
                <a:cubicBezTo>
                  <a:pt x="1126" y="9079"/>
                  <a:pt x="1165" y="9093"/>
                  <a:pt x="1206" y="9093"/>
                </a:cubicBezTo>
                <a:cubicBezTo>
                  <a:pt x="1248" y="9093"/>
                  <a:pt x="1293" y="9079"/>
                  <a:pt x="1334" y="9049"/>
                </a:cubicBezTo>
                <a:cubicBezTo>
                  <a:pt x="1394" y="8989"/>
                  <a:pt x="1394" y="8882"/>
                  <a:pt x="1334" y="8811"/>
                </a:cubicBezTo>
                <a:lnTo>
                  <a:pt x="942" y="8418"/>
                </a:lnTo>
                <a:lnTo>
                  <a:pt x="1477" y="7882"/>
                </a:lnTo>
                <a:lnTo>
                  <a:pt x="1870" y="8275"/>
                </a:lnTo>
                <a:cubicBezTo>
                  <a:pt x="1900" y="8305"/>
                  <a:pt x="1939" y="8319"/>
                  <a:pt x="1980" y="8319"/>
                </a:cubicBezTo>
                <a:cubicBezTo>
                  <a:pt x="2022" y="8319"/>
                  <a:pt x="2067" y="8305"/>
                  <a:pt x="2108" y="8275"/>
                </a:cubicBezTo>
                <a:cubicBezTo>
                  <a:pt x="2168" y="8215"/>
                  <a:pt x="2168" y="8108"/>
                  <a:pt x="2108" y="8037"/>
                </a:cubicBezTo>
                <a:lnTo>
                  <a:pt x="1715" y="7644"/>
                </a:lnTo>
                <a:lnTo>
                  <a:pt x="2251" y="7108"/>
                </a:lnTo>
                <a:lnTo>
                  <a:pt x="2858" y="7727"/>
                </a:lnTo>
                <a:cubicBezTo>
                  <a:pt x="2888" y="7757"/>
                  <a:pt x="2930" y="7772"/>
                  <a:pt x="2973" y="7772"/>
                </a:cubicBezTo>
                <a:cubicBezTo>
                  <a:pt x="3016" y="7772"/>
                  <a:pt x="3061" y="7757"/>
                  <a:pt x="3097" y="7727"/>
                </a:cubicBezTo>
                <a:cubicBezTo>
                  <a:pt x="3156" y="7668"/>
                  <a:pt x="3156" y="7560"/>
                  <a:pt x="3097" y="7489"/>
                </a:cubicBezTo>
                <a:lnTo>
                  <a:pt x="2489" y="6870"/>
                </a:lnTo>
                <a:lnTo>
                  <a:pt x="3025" y="6334"/>
                </a:lnTo>
                <a:lnTo>
                  <a:pt x="3418" y="6727"/>
                </a:lnTo>
                <a:cubicBezTo>
                  <a:pt x="3448" y="6757"/>
                  <a:pt x="3487" y="6772"/>
                  <a:pt x="3528" y="6772"/>
                </a:cubicBezTo>
                <a:cubicBezTo>
                  <a:pt x="3570" y="6772"/>
                  <a:pt x="3614" y="6757"/>
                  <a:pt x="3656" y="6727"/>
                </a:cubicBezTo>
                <a:cubicBezTo>
                  <a:pt x="3716" y="6668"/>
                  <a:pt x="3716" y="6560"/>
                  <a:pt x="3656" y="6489"/>
                </a:cubicBezTo>
                <a:lnTo>
                  <a:pt x="3263" y="6096"/>
                </a:lnTo>
                <a:lnTo>
                  <a:pt x="3799" y="5560"/>
                </a:lnTo>
                <a:lnTo>
                  <a:pt x="4192" y="5953"/>
                </a:lnTo>
                <a:cubicBezTo>
                  <a:pt x="4222" y="5983"/>
                  <a:pt x="4260" y="5998"/>
                  <a:pt x="4302" y="5998"/>
                </a:cubicBezTo>
                <a:cubicBezTo>
                  <a:pt x="4344" y="5998"/>
                  <a:pt x="4388" y="5983"/>
                  <a:pt x="4430" y="5953"/>
                </a:cubicBezTo>
                <a:cubicBezTo>
                  <a:pt x="4490" y="5894"/>
                  <a:pt x="4490" y="5786"/>
                  <a:pt x="4430" y="5715"/>
                </a:cubicBezTo>
                <a:lnTo>
                  <a:pt x="4037" y="5322"/>
                </a:lnTo>
                <a:lnTo>
                  <a:pt x="4573" y="4786"/>
                </a:lnTo>
                <a:lnTo>
                  <a:pt x="4966" y="5179"/>
                </a:lnTo>
                <a:cubicBezTo>
                  <a:pt x="4996" y="5209"/>
                  <a:pt x="5034" y="5224"/>
                  <a:pt x="5076" y="5224"/>
                </a:cubicBezTo>
                <a:cubicBezTo>
                  <a:pt x="5118" y="5224"/>
                  <a:pt x="5162" y="5209"/>
                  <a:pt x="5204" y="5179"/>
                </a:cubicBezTo>
                <a:cubicBezTo>
                  <a:pt x="5264" y="5120"/>
                  <a:pt x="5264" y="5013"/>
                  <a:pt x="5204" y="4941"/>
                </a:cubicBezTo>
                <a:lnTo>
                  <a:pt x="4811" y="4548"/>
                </a:lnTo>
                <a:lnTo>
                  <a:pt x="5347" y="4012"/>
                </a:lnTo>
                <a:lnTo>
                  <a:pt x="5954" y="4632"/>
                </a:lnTo>
                <a:cubicBezTo>
                  <a:pt x="5984" y="4661"/>
                  <a:pt x="6026" y="4676"/>
                  <a:pt x="6069" y="4676"/>
                </a:cubicBezTo>
                <a:cubicBezTo>
                  <a:pt x="6112" y="4676"/>
                  <a:pt x="6156" y="4661"/>
                  <a:pt x="6192" y="4632"/>
                </a:cubicBezTo>
                <a:cubicBezTo>
                  <a:pt x="6252" y="4572"/>
                  <a:pt x="6252" y="4465"/>
                  <a:pt x="6192" y="4393"/>
                </a:cubicBezTo>
                <a:lnTo>
                  <a:pt x="5585" y="3774"/>
                </a:lnTo>
                <a:lnTo>
                  <a:pt x="6121" y="3239"/>
                </a:lnTo>
                <a:lnTo>
                  <a:pt x="6514" y="3631"/>
                </a:lnTo>
                <a:cubicBezTo>
                  <a:pt x="6543" y="3661"/>
                  <a:pt x="6582" y="3676"/>
                  <a:pt x="6624" y="3676"/>
                </a:cubicBezTo>
                <a:cubicBezTo>
                  <a:pt x="6665" y="3676"/>
                  <a:pt x="6710" y="3661"/>
                  <a:pt x="6752" y="3631"/>
                </a:cubicBezTo>
                <a:cubicBezTo>
                  <a:pt x="6811" y="3572"/>
                  <a:pt x="6811" y="3465"/>
                  <a:pt x="6752" y="3393"/>
                </a:cubicBezTo>
                <a:lnTo>
                  <a:pt x="6359" y="3000"/>
                </a:lnTo>
                <a:lnTo>
                  <a:pt x="6895" y="2465"/>
                </a:lnTo>
                <a:lnTo>
                  <a:pt x="7288" y="2858"/>
                </a:lnTo>
                <a:cubicBezTo>
                  <a:pt x="7317" y="2887"/>
                  <a:pt x="7356" y="2902"/>
                  <a:pt x="7398" y="2902"/>
                </a:cubicBezTo>
                <a:cubicBezTo>
                  <a:pt x="7439" y="2902"/>
                  <a:pt x="7484" y="2887"/>
                  <a:pt x="7526" y="2858"/>
                </a:cubicBezTo>
                <a:cubicBezTo>
                  <a:pt x="7585" y="2798"/>
                  <a:pt x="7585" y="2691"/>
                  <a:pt x="7526" y="2619"/>
                </a:cubicBezTo>
                <a:lnTo>
                  <a:pt x="7133" y="2226"/>
                </a:lnTo>
                <a:lnTo>
                  <a:pt x="7669" y="1691"/>
                </a:lnTo>
                <a:lnTo>
                  <a:pt x="8061" y="2084"/>
                </a:lnTo>
                <a:cubicBezTo>
                  <a:pt x="8091" y="2113"/>
                  <a:pt x="8130" y="2128"/>
                  <a:pt x="8172" y="2128"/>
                </a:cubicBezTo>
                <a:cubicBezTo>
                  <a:pt x="8213" y="2128"/>
                  <a:pt x="8258" y="2113"/>
                  <a:pt x="8300" y="2084"/>
                </a:cubicBezTo>
                <a:cubicBezTo>
                  <a:pt x="8359" y="2024"/>
                  <a:pt x="8359" y="1917"/>
                  <a:pt x="8300" y="1845"/>
                </a:cubicBezTo>
                <a:lnTo>
                  <a:pt x="7907" y="1453"/>
                </a:lnTo>
                <a:lnTo>
                  <a:pt x="8442" y="917"/>
                </a:lnTo>
                <a:lnTo>
                  <a:pt x="9050" y="1536"/>
                </a:lnTo>
                <a:cubicBezTo>
                  <a:pt x="9079" y="1566"/>
                  <a:pt x="9121" y="1581"/>
                  <a:pt x="9164" y="1581"/>
                </a:cubicBezTo>
                <a:cubicBezTo>
                  <a:pt x="9207" y="1581"/>
                  <a:pt x="9252" y="1566"/>
                  <a:pt x="9288" y="1536"/>
                </a:cubicBezTo>
                <a:cubicBezTo>
                  <a:pt x="9371" y="1476"/>
                  <a:pt x="9347" y="1369"/>
                  <a:pt x="9288" y="1298"/>
                </a:cubicBezTo>
                <a:lnTo>
                  <a:pt x="8681" y="679"/>
                </a:lnTo>
                <a:lnTo>
                  <a:pt x="8966" y="405"/>
                </a:lnTo>
                <a:cubicBezTo>
                  <a:pt x="9008" y="357"/>
                  <a:pt x="9065" y="333"/>
                  <a:pt x="9121" y="333"/>
                </a:cubicBezTo>
                <a:cubicBezTo>
                  <a:pt x="9178" y="333"/>
                  <a:pt x="9234" y="357"/>
                  <a:pt x="9276" y="405"/>
                </a:cubicBezTo>
                <a:lnTo>
                  <a:pt x="10859" y="1976"/>
                </a:lnTo>
                <a:cubicBezTo>
                  <a:pt x="10895" y="2024"/>
                  <a:pt x="10919" y="2072"/>
                  <a:pt x="10919" y="2131"/>
                </a:cubicBezTo>
                <a:cubicBezTo>
                  <a:pt x="10919" y="2191"/>
                  <a:pt x="10883" y="2250"/>
                  <a:pt x="10859" y="2274"/>
                </a:cubicBezTo>
                <a:lnTo>
                  <a:pt x="9705" y="3417"/>
                </a:lnTo>
                <a:cubicBezTo>
                  <a:pt x="9645" y="3477"/>
                  <a:pt x="9645" y="3584"/>
                  <a:pt x="9705" y="3655"/>
                </a:cubicBezTo>
                <a:cubicBezTo>
                  <a:pt x="9734" y="3685"/>
                  <a:pt x="9776" y="3700"/>
                  <a:pt x="9819" y="3700"/>
                </a:cubicBezTo>
                <a:cubicBezTo>
                  <a:pt x="9862" y="3700"/>
                  <a:pt x="9907" y="3685"/>
                  <a:pt x="9943" y="3655"/>
                </a:cubicBezTo>
                <a:lnTo>
                  <a:pt x="11098" y="2512"/>
                </a:lnTo>
                <a:cubicBezTo>
                  <a:pt x="11193" y="2405"/>
                  <a:pt x="11252" y="2274"/>
                  <a:pt x="11252" y="2131"/>
                </a:cubicBezTo>
                <a:cubicBezTo>
                  <a:pt x="11252" y="1976"/>
                  <a:pt x="11193" y="1845"/>
                  <a:pt x="11098" y="1738"/>
                </a:cubicBezTo>
                <a:lnTo>
                  <a:pt x="9514" y="167"/>
                </a:lnTo>
                <a:cubicBezTo>
                  <a:pt x="9407" y="60"/>
                  <a:pt x="9264" y="0"/>
                  <a:pt x="9133" y="0"/>
                </a:cubicBezTo>
                <a:close/>
              </a:path>
            </a:pathLst>
          </a:custGeom>
          <a:solidFill>
            <a:srgbClr val="657E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56" name="Google Shape;1656;p50"/>
          <p:cNvGrpSpPr/>
          <p:nvPr/>
        </p:nvGrpSpPr>
        <p:grpSpPr>
          <a:xfrm>
            <a:off x="8028723" y="1239034"/>
            <a:ext cx="380393" cy="363118"/>
            <a:chOff x="4126815" y="2760704"/>
            <a:chExt cx="380393" cy="363118"/>
          </a:xfrm>
        </p:grpSpPr>
        <p:sp>
          <p:nvSpPr>
            <p:cNvPr id="1657" name="Google Shape;1657;p50"/>
            <p:cNvSpPr/>
            <p:nvPr/>
          </p:nvSpPr>
          <p:spPr>
            <a:xfrm>
              <a:off x="4219825" y="2822435"/>
              <a:ext cx="103267" cy="29056"/>
            </a:xfrm>
            <a:custGeom>
              <a:rect b="b" l="l" r="r" t="t"/>
              <a:pathLst>
                <a:path extrusionOk="0" h="915" w="3252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50"/>
            <p:cNvSpPr/>
            <p:nvPr/>
          </p:nvSpPr>
          <p:spPr>
            <a:xfrm>
              <a:off x="4126815" y="2760704"/>
              <a:ext cx="380393" cy="363118"/>
            </a:xfrm>
            <a:custGeom>
              <a:rect b="b" l="l" r="r" t="t"/>
              <a:pathLst>
                <a:path extrusionOk="0" h="11435" w="11979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50"/>
            <p:cNvSpPr/>
            <p:nvPr/>
          </p:nvSpPr>
          <p:spPr>
            <a:xfrm>
              <a:off x="4278826" y="2791379"/>
              <a:ext cx="103998" cy="201962"/>
            </a:xfrm>
            <a:custGeom>
              <a:rect b="b" l="l" r="r" t="t"/>
              <a:pathLst>
                <a:path extrusionOk="0" h="6360" w="3275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50"/>
            <p:cNvSpPr/>
            <p:nvPr/>
          </p:nvSpPr>
          <p:spPr>
            <a:xfrm>
              <a:off x="4159332" y="2791379"/>
              <a:ext cx="105903" cy="201962"/>
            </a:xfrm>
            <a:custGeom>
              <a:rect b="b" l="l" r="r" t="t"/>
              <a:pathLst>
                <a:path extrusionOk="0" h="6360" w="3335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1" name="Google Shape;1661;p50"/>
          <p:cNvSpPr/>
          <p:nvPr/>
        </p:nvSpPr>
        <p:spPr>
          <a:xfrm>
            <a:off x="8445817" y="3039360"/>
            <a:ext cx="344097" cy="340033"/>
          </a:xfrm>
          <a:custGeom>
            <a:rect b="b" l="l" r="r" t="t"/>
            <a:pathLst>
              <a:path extrusionOk="0" h="10708" w="10836">
                <a:moveTo>
                  <a:pt x="7677" y="328"/>
                </a:moveTo>
                <a:cubicBezTo>
                  <a:pt x="7821" y="328"/>
                  <a:pt x="7960" y="378"/>
                  <a:pt x="8061" y="480"/>
                </a:cubicBezTo>
                <a:lnTo>
                  <a:pt x="10288" y="2706"/>
                </a:lnTo>
                <a:cubicBezTo>
                  <a:pt x="10502" y="2897"/>
                  <a:pt x="10490" y="3278"/>
                  <a:pt x="10252" y="3516"/>
                </a:cubicBezTo>
                <a:cubicBezTo>
                  <a:pt x="10125" y="3643"/>
                  <a:pt x="9961" y="3709"/>
                  <a:pt x="9802" y="3709"/>
                </a:cubicBezTo>
                <a:cubicBezTo>
                  <a:pt x="9661" y="3709"/>
                  <a:pt x="9524" y="3657"/>
                  <a:pt x="9418" y="3552"/>
                </a:cubicBezTo>
                <a:lnTo>
                  <a:pt x="8264" y="2385"/>
                </a:lnTo>
                <a:cubicBezTo>
                  <a:pt x="8234" y="2355"/>
                  <a:pt x="8195" y="2340"/>
                  <a:pt x="8156" y="2340"/>
                </a:cubicBezTo>
                <a:cubicBezTo>
                  <a:pt x="8118" y="2340"/>
                  <a:pt x="8079" y="2355"/>
                  <a:pt x="8049" y="2385"/>
                </a:cubicBezTo>
                <a:cubicBezTo>
                  <a:pt x="7990" y="2444"/>
                  <a:pt x="7990" y="2540"/>
                  <a:pt x="8049" y="2599"/>
                </a:cubicBezTo>
                <a:lnTo>
                  <a:pt x="8930" y="3480"/>
                </a:lnTo>
                <a:lnTo>
                  <a:pt x="7811" y="4587"/>
                </a:lnTo>
                <a:cubicBezTo>
                  <a:pt x="7549" y="4861"/>
                  <a:pt x="7382" y="5207"/>
                  <a:pt x="7335" y="5564"/>
                </a:cubicBezTo>
                <a:cubicBezTo>
                  <a:pt x="7287" y="5921"/>
                  <a:pt x="7371" y="6290"/>
                  <a:pt x="7561" y="6588"/>
                </a:cubicBezTo>
                <a:cubicBezTo>
                  <a:pt x="7930" y="7171"/>
                  <a:pt x="7859" y="7838"/>
                  <a:pt x="7728" y="8028"/>
                </a:cubicBezTo>
                <a:cubicBezTo>
                  <a:pt x="7644" y="8016"/>
                  <a:pt x="7406" y="7897"/>
                  <a:pt x="6751" y="7350"/>
                </a:cubicBezTo>
                <a:cubicBezTo>
                  <a:pt x="6335" y="6993"/>
                  <a:pt x="5835" y="6528"/>
                  <a:pt x="5311" y="6004"/>
                </a:cubicBezTo>
                <a:lnTo>
                  <a:pt x="5204" y="5897"/>
                </a:lnTo>
                <a:lnTo>
                  <a:pt x="5180" y="5873"/>
                </a:lnTo>
                <a:cubicBezTo>
                  <a:pt x="5085" y="5778"/>
                  <a:pt x="4977" y="5695"/>
                  <a:pt x="4894" y="5588"/>
                </a:cubicBezTo>
                <a:lnTo>
                  <a:pt x="4846" y="5540"/>
                </a:lnTo>
                <a:lnTo>
                  <a:pt x="4739" y="5445"/>
                </a:lnTo>
                <a:cubicBezTo>
                  <a:pt x="4239" y="4921"/>
                  <a:pt x="3763" y="4409"/>
                  <a:pt x="3406" y="3992"/>
                </a:cubicBezTo>
                <a:cubicBezTo>
                  <a:pt x="2858" y="3337"/>
                  <a:pt x="2751" y="3099"/>
                  <a:pt x="2715" y="3028"/>
                </a:cubicBezTo>
                <a:cubicBezTo>
                  <a:pt x="2805" y="2970"/>
                  <a:pt x="2986" y="2926"/>
                  <a:pt x="3210" y="2926"/>
                </a:cubicBezTo>
                <a:cubicBezTo>
                  <a:pt x="3492" y="2926"/>
                  <a:pt x="3843" y="2995"/>
                  <a:pt x="4168" y="3194"/>
                </a:cubicBezTo>
                <a:cubicBezTo>
                  <a:pt x="4416" y="3353"/>
                  <a:pt x="4715" y="3430"/>
                  <a:pt x="5014" y="3430"/>
                </a:cubicBezTo>
                <a:cubicBezTo>
                  <a:pt x="5073" y="3430"/>
                  <a:pt x="5133" y="3427"/>
                  <a:pt x="5192" y="3421"/>
                </a:cubicBezTo>
                <a:cubicBezTo>
                  <a:pt x="5549" y="3373"/>
                  <a:pt x="5894" y="3194"/>
                  <a:pt x="6156" y="2944"/>
                </a:cubicBezTo>
                <a:lnTo>
                  <a:pt x="7275" y="1825"/>
                </a:lnTo>
                <a:lnTo>
                  <a:pt x="7359" y="1909"/>
                </a:lnTo>
                <a:cubicBezTo>
                  <a:pt x="7394" y="1938"/>
                  <a:pt x="7433" y="1953"/>
                  <a:pt x="7470" y="1953"/>
                </a:cubicBezTo>
                <a:cubicBezTo>
                  <a:pt x="7507" y="1953"/>
                  <a:pt x="7543" y="1938"/>
                  <a:pt x="7573" y="1909"/>
                </a:cubicBezTo>
                <a:cubicBezTo>
                  <a:pt x="7633" y="1849"/>
                  <a:pt x="7633" y="1766"/>
                  <a:pt x="7573" y="1706"/>
                </a:cubicBezTo>
                <a:lnTo>
                  <a:pt x="7204" y="1337"/>
                </a:lnTo>
                <a:lnTo>
                  <a:pt x="7192" y="1313"/>
                </a:lnTo>
                <a:cubicBezTo>
                  <a:pt x="7025" y="1123"/>
                  <a:pt x="7013" y="837"/>
                  <a:pt x="7144" y="635"/>
                </a:cubicBezTo>
                <a:cubicBezTo>
                  <a:pt x="7168" y="587"/>
                  <a:pt x="7204" y="539"/>
                  <a:pt x="7228" y="516"/>
                </a:cubicBezTo>
                <a:cubicBezTo>
                  <a:pt x="7353" y="390"/>
                  <a:pt x="7518" y="328"/>
                  <a:pt x="7677" y="328"/>
                </a:cubicBezTo>
                <a:close/>
                <a:moveTo>
                  <a:pt x="7667" y="0"/>
                </a:moveTo>
                <a:cubicBezTo>
                  <a:pt x="7428" y="0"/>
                  <a:pt x="7186" y="93"/>
                  <a:pt x="7001" y="277"/>
                </a:cubicBezTo>
                <a:cubicBezTo>
                  <a:pt x="6644" y="635"/>
                  <a:pt x="6632" y="1194"/>
                  <a:pt x="6978" y="1539"/>
                </a:cubicBezTo>
                <a:lnTo>
                  <a:pt x="7037" y="1599"/>
                </a:lnTo>
                <a:lnTo>
                  <a:pt x="5918" y="2718"/>
                </a:lnTo>
                <a:cubicBezTo>
                  <a:pt x="5651" y="2985"/>
                  <a:pt x="5292" y="3125"/>
                  <a:pt x="4942" y="3125"/>
                </a:cubicBezTo>
                <a:cubicBezTo>
                  <a:pt x="4715" y="3125"/>
                  <a:pt x="4491" y="3066"/>
                  <a:pt x="4299" y="2944"/>
                </a:cubicBezTo>
                <a:cubicBezTo>
                  <a:pt x="3965" y="2730"/>
                  <a:pt x="3596" y="2623"/>
                  <a:pt x="3215" y="2623"/>
                </a:cubicBezTo>
                <a:cubicBezTo>
                  <a:pt x="2882" y="2623"/>
                  <a:pt x="2584" y="2706"/>
                  <a:pt x="2453" y="2849"/>
                </a:cubicBezTo>
                <a:cubicBezTo>
                  <a:pt x="2322" y="2980"/>
                  <a:pt x="2418" y="3194"/>
                  <a:pt x="2525" y="3385"/>
                </a:cubicBezTo>
                <a:cubicBezTo>
                  <a:pt x="2632" y="3564"/>
                  <a:pt x="2810" y="3802"/>
                  <a:pt x="3049" y="4087"/>
                </a:cubicBezTo>
                <a:cubicBezTo>
                  <a:pt x="3394" y="4504"/>
                  <a:pt x="3846" y="5004"/>
                  <a:pt x="4370" y="5540"/>
                </a:cubicBezTo>
                <a:lnTo>
                  <a:pt x="3180" y="6731"/>
                </a:lnTo>
                <a:cubicBezTo>
                  <a:pt x="2763" y="7147"/>
                  <a:pt x="2346" y="7600"/>
                  <a:pt x="1965" y="8064"/>
                </a:cubicBezTo>
                <a:lnTo>
                  <a:pt x="84" y="10291"/>
                </a:lnTo>
                <a:cubicBezTo>
                  <a:pt x="1" y="10398"/>
                  <a:pt x="1" y="10541"/>
                  <a:pt x="84" y="10636"/>
                </a:cubicBezTo>
                <a:cubicBezTo>
                  <a:pt x="132" y="10683"/>
                  <a:pt x="191" y="10707"/>
                  <a:pt x="251" y="10707"/>
                </a:cubicBezTo>
                <a:cubicBezTo>
                  <a:pt x="310" y="10707"/>
                  <a:pt x="370" y="10683"/>
                  <a:pt x="429" y="10636"/>
                </a:cubicBezTo>
                <a:lnTo>
                  <a:pt x="2572" y="8850"/>
                </a:lnTo>
                <a:cubicBezTo>
                  <a:pt x="2632" y="8790"/>
                  <a:pt x="2644" y="8695"/>
                  <a:pt x="2584" y="8636"/>
                </a:cubicBezTo>
                <a:cubicBezTo>
                  <a:pt x="2552" y="8603"/>
                  <a:pt x="2512" y="8585"/>
                  <a:pt x="2472" y="8585"/>
                </a:cubicBezTo>
                <a:cubicBezTo>
                  <a:pt x="2440" y="8585"/>
                  <a:pt x="2409" y="8597"/>
                  <a:pt x="2382" y="8624"/>
                </a:cubicBezTo>
                <a:lnTo>
                  <a:pt x="739" y="9993"/>
                </a:lnTo>
                <a:lnTo>
                  <a:pt x="2191" y="8266"/>
                </a:lnTo>
                <a:cubicBezTo>
                  <a:pt x="2560" y="7826"/>
                  <a:pt x="2965" y="7374"/>
                  <a:pt x="3382" y="6957"/>
                </a:cubicBezTo>
                <a:lnTo>
                  <a:pt x="4573" y="5766"/>
                </a:lnTo>
                <a:lnTo>
                  <a:pt x="4585" y="5778"/>
                </a:lnTo>
                <a:lnTo>
                  <a:pt x="4763" y="5957"/>
                </a:lnTo>
                <a:lnTo>
                  <a:pt x="4942" y="6135"/>
                </a:lnTo>
                <a:lnTo>
                  <a:pt x="4954" y="6159"/>
                </a:lnTo>
                <a:lnTo>
                  <a:pt x="3763" y="7350"/>
                </a:lnTo>
                <a:cubicBezTo>
                  <a:pt x="3537" y="7564"/>
                  <a:pt x="3299" y="7790"/>
                  <a:pt x="3084" y="8005"/>
                </a:cubicBezTo>
                <a:cubicBezTo>
                  <a:pt x="3025" y="8064"/>
                  <a:pt x="3025" y="8147"/>
                  <a:pt x="3061" y="8207"/>
                </a:cubicBezTo>
                <a:cubicBezTo>
                  <a:pt x="3092" y="8238"/>
                  <a:pt x="3133" y="8253"/>
                  <a:pt x="3174" y="8253"/>
                </a:cubicBezTo>
                <a:cubicBezTo>
                  <a:pt x="3211" y="8253"/>
                  <a:pt x="3247" y="8241"/>
                  <a:pt x="3275" y="8219"/>
                </a:cubicBezTo>
                <a:cubicBezTo>
                  <a:pt x="3513" y="8005"/>
                  <a:pt x="3751" y="7778"/>
                  <a:pt x="3977" y="7552"/>
                </a:cubicBezTo>
                <a:lnTo>
                  <a:pt x="5168" y="6361"/>
                </a:lnTo>
                <a:cubicBezTo>
                  <a:pt x="5704" y="6885"/>
                  <a:pt x="6204" y="7350"/>
                  <a:pt x="6620" y="7683"/>
                </a:cubicBezTo>
                <a:cubicBezTo>
                  <a:pt x="6906" y="7921"/>
                  <a:pt x="7144" y="8088"/>
                  <a:pt x="7323" y="8207"/>
                </a:cubicBezTo>
                <a:cubicBezTo>
                  <a:pt x="7442" y="8278"/>
                  <a:pt x="7573" y="8362"/>
                  <a:pt x="7692" y="8362"/>
                </a:cubicBezTo>
                <a:cubicBezTo>
                  <a:pt x="7752" y="8362"/>
                  <a:pt x="7811" y="8338"/>
                  <a:pt x="7859" y="8302"/>
                </a:cubicBezTo>
                <a:cubicBezTo>
                  <a:pt x="7990" y="8159"/>
                  <a:pt x="8073" y="7862"/>
                  <a:pt x="8073" y="7540"/>
                </a:cubicBezTo>
                <a:cubicBezTo>
                  <a:pt x="8073" y="7171"/>
                  <a:pt x="7954" y="6778"/>
                  <a:pt x="7763" y="6457"/>
                </a:cubicBezTo>
                <a:cubicBezTo>
                  <a:pt x="7454" y="5957"/>
                  <a:pt x="7549" y="5278"/>
                  <a:pt x="7990" y="4826"/>
                </a:cubicBezTo>
                <a:lnTo>
                  <a:pt x="9109" y="3718"/>
                </a:lnTo>
                <a:lnTo>
                  <a:pt x="9168" y="3778"/>
                </a:lnTo>
                <a:lnTo>
                  <a:pt x="9192" y="3802"/>
                </a:lnTo>
                <a:lnTo>
                  <a:pt x="9216" y="3814"/>
                </a:lnTo>
                <a:cubicBezTo>
                  <a:pt x="9216" y="3814"/>
                  <a:pt x="9228" y="3837"/>
                  <a:pt x="9240" y="3837"/>
                </a:cubicBezTo>
                <a:cubicBezTo>
                  <a:pt x="9240" y="3837"/>
                  <a:pt x="9252" y="3837"/>
                  <a:pt x="9252" y="3849"/>
                </a:cubicBezTo>
                <a:lnTo>
                  <a:pt x="9264" y="3861"/>
                </a:lnTo>
                <a:cubicBezTo>
                  <a:pt x="9264" y="3861"/>
                  <a:pt x="9287" y="3861"/>
                  <a:pt x="9287" y="3873"/>
                </a:cubicBezTo>
                <a:lnTo>
                  <a:pt x="9299" y="3897"/>
                </a:lnTo>
                <a:cubicBezTo>
                  <a:pt x="9299" y="3897"/>
                  <a:pt x="9311" y="3897"/>
                  <a:pt x="9311" y="3909"/>
                </a:cubicBezTo>
                <a:lnTo>
                  <a:pt x="9323" y="3921"/>
                </a:lnTo>
                <a:cubicBezTo>
                  <a:pt x="9323" y="3921"/>
                  <a:pt x="9347" y="3921"/>
                  <a:pt x="9347" y="3933"/>
                </a:cubicBezTo>
                <a:lnTo>
                  <a:pt x="9359" y="3956"/>
                </a:lnTo>
                <a:cubicBezTo>
                  <a:pt x="9359" y="3956"/>
                  <a:pt x="9371" y="3956"/>
                  <a:pt x="9371" y="3968"/>
                </a:cubicBezTo>
                <a:cubicBezTo>
                  <a:pt x="9371" y="3968"/>
                  <a:pt x="9383" y="3968"/>
                  <a:pt x="9383" y="3980"/>
                </a:cubicBezTo>
                <a:cubicBezTo>
                  <a:pt x="9383" y="3980"/>
                  <a:pt x="9407" y="3980"/>
                  <a:pt x="9407" y="3992"/>
                </a:cubicBezTo>
                <a:cubicBezTo>
                  <a:pt x="9407" y="3992"/>
                  <a:pt x="9418" y="3992"/>
                  <a:pt x="9418" y="4016"/>
                </a:cubicBezTo>
                <a:lnTo>
                  <a:pt x="9430" y="4016"/>
                </a:lnTo>
                <a:cubicBezTo>
                  <a:pt x="9430" y="4016"/>
                  <a:pt x="9442" y="4016"/>
                  <a:pt x="9442" y="4028"/>
                </a:cubicBezTo>
                <a:lnTo>
                  <a:pt x="9942" y="4028"/>
                </a:lnTo>
                <a:cubicBezTo>
                  <a:pt x="9954" y="4028"/>
                  <a:pt x="9954" y="4028"/>
                  <a:pt x="9966" y="4016"/>
                </a:cubicBezTo>
                <a:lnTo>
                  <a:pt x="9978" y="4016"/>
                </a:lnTo>
                <a:cubicBezTo>
                  <a:pt x="10002" y="4016"/>
                  <a:pt x="10002" y="4016"/>
                  <a:pt x="10014" y="3992"/>
                </a:cubicBezTo>
                <a:lnTo>
                  <a:pt x="10026" y="3992"/>
                </a:lnTo>
                <a:cubicBezTo>
                  <a:pt x="10038" y="3992"/>
                  <a:pt x="10038" y="3992"/>
                  <a:pt x="10061" y="3980"/>
                </a:cubicBezTo>
                <a:cubicBezTo>
                  <a:pt x="10061" y="3980"/>
                  <a:pt x="10073" y="3980"/>
                  <a:pt x="10073" y="3968"/>
                </a:cubicBezTo>
                <a:cubicBezTo>
                  <a:pt x="10085" y="3968"/>
                  <a:pt x="10085" y="3956"/>
                  <a:pt x="10097" y="3956"/>
                </a:cubicBezTo>
                <a:cubicBezTo>
                  <a:pt x="10097" y="3956"/>
                  <a:pt x="10121" y="3956"/>
                  <a:pt x="10121" y="3933"/>
                </a:cubicBezTo>
                <a:cubicBezTo>
                  <a:pt x="10133" y="3933"/>
                  <a:pt x="10133" y="3921"/>
                  <a:pt x="10145" y="3921"/>
                </a:cubicBezTo>
                <a:cubicBezTo>
                  <a:pt x="10145" y="3921"/>
                  <a:pt x="10157" y="3921"/>
                  <a:pt x="10157" y="3909"/>
                </a:cubicBezTo>
                <a:cubicBezTo>
                  <a:pt x="10180" y="3909"/>
                  <a:pt x="10180" y="3897"/>
                  <a:pt x="10192" y="3897"/>
                </a:cubicBezTo>
                <a:cubicBezTo>
                  <a:pt x="10192" y="3897"/>
                  <a:pt x="10204" y="3897"/>
                  <a:pt x="10204" y="3873"/>
                </a:cubicBezTo>
                <a:cubicBezTo>
                  <a:pt x="10216" y="3873"/>
                  <a:pt x="10216" y="3861"/>
                  <a:pt x="10240" y="3861"/>
                </a:cubicBezTo>
                <a:cubicBezTo>
                  <a:pt x="10240" y="3861"/>
                  <a:pt x="10252" y="3861"/>
                  <a:pt x="10252" y="3849"/>
                </a:cubicBezTo>
                <a:cubicBezTo>
                  <a:pt x="10264" y="3849"/>
                  <a:pt x="10264" y="3837"/>
                  <a:pt x="10276" y="3837"/>
                </a:cubicBezTo>
                <a:cubicBezTo>
                  <a:pt x="10276" y="3837"/>
                  <a:pt x="10300" y="3837"/>
                  <a:pt x="10300" y="3814"/>
                </a:cubicBezTo>
                <a:cubicBezTo>
                  <a:pt x="10311" y="3814"/>
                  <a:pt x="10311" y="3802"/>
                  <a:pt x="10323" y="3802"/>
                </a:cubicBezTo>
                <a:cubicBezTo>
                  <a:pt x="10323" y="3802"/>
                  <a:pt x="10335" y="3802"/>
                  <a:pt x="10335" y="3790"/>
                </a:cubicBezTo>
                <a:cubicBezTo>
                  <a:pt x="10359" y="3778"/>
                  <a:pt x="10371" y="3778"/>
                  <a:pt x="10371" y="3754"/>
                </a:cubicBezTo>
                <a:cubicBezTo>
                  <a:pt x="10823" y="3373"/>
                  <a:pt x="10835" y="2802"/>
                  <a:pt x="10490" y="2468"/>
                </a:cubicBezTo>
                <a:lnTo>
                  <a:pt x="8275" y="242"/>
                </a:lnTo>
                <a:cubicBezTo>
                  <a:pt x="8109" y="81"/>
                  <a:pt x="7889" y="0"/>
                  <a:pt x="7667" y="0"/>
                </a:cubicBezTo>
                <a:close/>
              </a:path>
            </a:pathLst>
          </a:custGeom>
          <a:solidFill>
            <a:srgbClr val="657E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2" name="Google Shape;1662;p50"/>
          <p:cNvGrpSpPr/>
          <p:nvPr/>
        </p:nvGrpSpPr>
        <p:grpSpPr>
          <a:xfrm>
            <a:off x="152399" y="3065032"/>
            <a:ext cx="358155" cy="358123"/>
            <a:chOff x="4896099" y="1970920"/>
            <a:chExt cx="358155" cy="358123"/>
          </a:xfrm>
        </p:grpSpPr>
        <p:sp>
          <p:nvSpPr>
            <p:cNvPr id="1663" name="Google Shape;1663;p50"/>
            <p:cNvSpPr/>
            <p:nvPr/>
          </p:nvSpPr>
          <p:spPr>
            <a:xfrm>
              <a:off x="4896099" y="1970920"/>
              <a:ext cx="358155" cy="358123"/>
            </a:xfrm>
            <a:custGeom>
              <a:rect b="b" l="l" r="r" t="t"/>
              <a:pathLst>
                <a:path extrusionOk="0" h="11252" w="11253">
                  <a:moveTo>
                    <a:pt x="5621" y="0"/>
                  </a:moveTo>
                  <a:cubicBezTo>
                    <a:pt x="4109" y="0"/>
                    <a:pt x="2704" y="595"/>
                    <a:pt x="1644" y="1643"/>
                  </a:cubicBezTo>
                  <a:cubicBezTo>
                    <a:pt x="584" y="2715"/>
                    <a:pt x="1" y="4132"/>
                    <a:pt x="1" y="5632"/>
                  </a:cubicBezTo>
                  <a:cubicBezTo>
                    <a:pt x="1" y="6930"/>
                    <a:pt x="465" y="8192"/>
                    <a:pt x="1263" y="9192"/>
                  </a:cubicBezTo>
                  <a:cubicBezTo>
                    <a:pt x="1300" y="9235"/>
                    <a:pt x="1343" y="9252"/>
                    <a:pt x="1386" y="9252"/>
                  </a:cubicBezTo>
                  <a:cubicBezTo>
                    <a:pt x="1509" y="9252"/>
                    <a:pt x="1622" y="9104"/>
                    <a:pt x="1525" y="8989"/>
                  </a:cubicBezTo>
                  <a:cubicBezTo>
                    <a:pt x="751" y="8049"/>
                    <a:pt x="334" y="6858"/>
                    <a:pt x="334" y="5632"/>
                  </a:cubicBezTo>
                  <a:cubicBezTo>
                    <a:pt x="334" y="4227"/>
                    <a:pt x="882" y="2881"/>
                    <a:pt x="1882" y="1881"/>
                  </a:cubicBezTo>
                  <a:cubicBezTo>
                    <a:pt x="2882" y="893"/>
                    <a:pt x="4204" y="322"/>
                    <a:pt x="5621" y="322"/>
                  </a:cubicBezTo>
                  <a:cubicBezTo>
                    <a:pt x="7026" y="322"/>
                    <a:pt x="8371" y="869"/>
                    <a:pt x="9371" y="1869"/>
                  </a:cubicBezTo>
                  <a:cubicBezTo>
                    <a:pt x="10359" y="2870"/>
                    <a:pt x="10931" y="4191"/>
                    <a:pt x="10931" y="5608"/>
                  </a:cubicBezTo>
                  <a:cubicBezTo>
                    <a:pt x="10931" y="7025"/>
                    <a:pt x="10383" y="8358"/>
                    <a:pt x="9383" y="9358"/>
                  </a:cubicBezTo>
                  <a:cubicBezTo>
                    <a:pt x="8383" y="10359"/>
                    <a:pt x="7061" y="10918"/>
                    <a:pt x="5644" y="10918"/>
                  </a:cubicBezTo>
                  <a:cubicBezTo>
                    <a:pt x="4323" y="10918"/>
                    <a:pt x="3037" y="10430"/>
                    <a:pt x="2061" y="9537"/>
                  </a:cubicBezTo>
                  <a:cubicBezTo>
                    <a:pt x="2025" y="9504"/>
                    <a:pt x="1987" y="9490"/>
                    <a:pt x="1951" y="9490"/>
                  </a:cubicBezTo>
                  <a:cubicBezTo>
                    <a:pt x="1823" y="9490"/>
                    <a:pt x="1723" y="9673"/>
                    <a:pt x="1834" y="9775"/>
                  </a:cubicBezTo>
                  <a:cubicBezTo>
                    <a:pt x="2882" y="10728"/>
                    <a:pt x="4228" y="11252"/>
                    <a:pt x="5644" y="11252"/>
                  </a:cubicBezTo>
                  <a:cubicBezTo>
                    <a:pt x="7145" y="11252"/>
                    <a:pt x="8562" y="10656"/>
                    <a:pt x="9621" y="9597"/>
                  </a:cubicBezTo>
                  <a:cubicBezTo>
                    <a:pt x="10681" y="8525"/>
                    <a:pt x="11252" y="7108"/>
                    <a:pt x="11252" y="5608"/>
                  </a:cubicBezTo>
                  <a:cubicBezTo>
                    <a:pt x="11252" y="4120"/>
                    <a:pt x="10657" y="2703"/>
                    <a:pt x="9597" y="1631"/>
                  </a:cubicBezTo>
                  <a:cubicBezTo>
                    <a:pt x="8526" y="572"/>
                    <a:pt x="7121" y="0"/>
                    <a:pt x="562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50"/>
            <p:cNvSpPr/>
            <p:nvPr/>
          </p:nvSpPr>
          <p:spPr>
            <a:xfrm>
              <a:off x="4991454" y="2067835"/>
              <a:ext cx="166999" cy="164325"/>
            </a:xfrm>
            <a:custGeom>
              <a:rect b="b" l="l" r="r" t="t"/>
              <a:pathLst>
                <a:path extrusionOk="0" h="5163" w="5247">
                  <a:moveTo>
                    <a:pt x="4506" y="706"/>
                  </a:moveTo>
                  <a:lnTo>
                    <a:pt x="3160" y="2861"/>
                  </a:lnTo>
                  <a:lnTo>
                    <a:pt x="2351" y="2075"/>
                  </a:lnTo>
                  <a:lnTo>
                    <a:pt x="4506" y="706"/>
                  </a:lnTo>
                  <a:close/>
                  <a:moveTo>
                    <a:pt x="2113" y="2289"/>
                  </a:moveTo>
                  <a:lnTo>
                    <a:pt x="2922" y="3099"/>
                  </a:lnTo>
                  <a:lnTo>
                    <a:pt x="755" y="4468"/>
                  </a:lnTo>
                  <a:lnTo>
                    <a:pt x="755" y="4468"/>
                  </a:lnTo>
                  <a:lnTo>
                    <a:pt x="2113" y="2289"/>
                  </a:lnTo>
                  <a:close/>
                  <a:moveTo>
                    <a:pt x="5032" y="0"/>
                  </a:moveTo>
                  <a:cubicBezTo>
                    <a:pt x="5004" y="0"/>
                    <a:pt x="4974" y="8"/>
                    <a:pt x="4946" y="27"/>
                  </a:cubicBezTo>
                  <a:lnTo>
                    <a:pt x="2006" y="1896"/>
                  </a:lnTo>
                  <a:cubicBezTo>
                    <a:pt x="1970" y="1908"/>
                    <a:pt x="1934" y="1932"/>
                    <a:pt x="1922" y="1980"/>
                  </a:cubicBezTo>
                  <a:lnTo>
                    <a:pt x="77" y="4909"/>
                  </a:lnTo>
                  <a:cubicBezTo>
                    <a:pt x="1" y="5032"/>
                    <a:pt x="99" y="5163"/>
                    <a:pt x="214" y="5163"/>
                  </a:cubicBezTo>
                  <a:cubicBezTo>
                    <a:pt x="243" y="5163"/>
                    <a:pt x="274" y="5154"/>
                    <a:pt x="303" y="5135"/>
                  </a:cubicBezTo>
                  <a:lnTo>
                    <a:pt x="3232" y="3277"/>
                  </a:lnTo>
                  <a:cubicBezTo>
                    <a:pt x="3280" y="3265"/>
                    <a:pt x="3303" y="3230"/>
                    <a:pt x="3315" y="3182"/>
                  </a:cubicBezTo>
                  <a:lnTo>
                    <a:pt x="5161" y="253"/>
                  </a:lnTo>
                  <a:cubicBezTo>
                    <a:pt x="5247" y="138"/>
                    <a:pt x="5148" y="0"/>
                    <a:pt x="503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50"/>
            <p:cNvSpPr/>
            <p:nvPr/>
          </p:nvSpPr>
          <p:spPr>
            <a:xfrm>
              <a:off x="4923789" y="1998578"/>
              <a:ext cx="302043" cy="302425"/>
            </a:xfrm>
            <a:custGeom>
              <a:rect b="b" l="l" r="r" t="t"/>
              <a:pathLst>
                <a:path extrusionOk="0" h="9502" w="9490">
                  <a:moveTo>
                    <a:pt x="4727" y="0"/>
                  </a:moveTo>
                  <a:cubicBezTo>
                    <a:pt x="3465" y="0"/>
                    <a:pt x="2274" y="500"/>
                    <a:pt x="1381" y="1405"/>
                  </a:cubicBezTo>
                  <a:cubicBezTo>
                    <a:pt x="488" y="2298"/>
                    <a:pt x="0" y="3489"/>
                    <a:pt x="0" y="4763"/>
                  </a:cubicBezTo>
                  <a:cubicBezTo>
                    <a:pt x="0" y="6049"/>
                    <a:pt x="488" y="7227"/>
                    <a:pt x="1393" y="8120"/>
                  </a:cubicBezTo>
                  <a:cubicBezTo>
                    <a:pt x="2286" y="9013"/>
                    <a:pt x="3477" y="9501"/>
                    <a:pt x="4763" y="9501"/>
                  </a:cubicBezTo>
                  <a:cubicBezTo>
                    <a:pt x="6025" y="9501"/>
                    <a:pt x="7215" y="9013"/>
                    <a:pt x="8108" y="8097"/>
                  </a:cubicBezTo>
                  <a:cubicBezTo>
                    <a:pt x="9001" y="7204"/>
                    <a:pt x="9489" y="6013"/>
                    <a:pt x="9489" y="4739"/>
                  </a:cubicBezTo>
                  <a:cubicBezTo>
                    <a:pt x="9489" y="3620"/>
                    <a:pt x="9096" y="2524"/>
                    <a:pt x="8358" y="1667"/>
                  </a:cubicBezTo>
                  <a:cubicBezTo>
                    <a:pt x="8325" y="1625"/>
                    <a:pt x="8284" y="1607"/>
                    <a:pt x="8243" y="1607"/>
                  </a:cubicBezTo>
                  <a:cubicBezTo>
                    <a:pt x="8124" y="1607"/>
                    <a:pt x="8011" y="1757"/>
                    <a:pt x="8108" y="1881"/>
                  </a:cubicBezTo>
                  <a:cubicBezTo>
                    <a:pt x="8751" y="2620"/>
                    <a:pt x="9108" y="3560"/>
                    <a:pt x="9156" y="4537"/>
                  </a:cubicBezTo>
                  <a:lnTo>
                    <a:pt x="8477" y="4537"/>
                  </a:lnTo>
                  <a:cubicBezTo>
                    <a:pt x="8275" y="4537"/>
                    <a:pt x="8275" y="4870"/>
                    <a:pt x="8477" y="4870"/>
                  </a:cubicBezTo>
                  <a:lnTo>
                    <a:pt x="9156" y="4870"/>
                  </a:lnTo>
                  <a:cubicBezTo>
                    <a:pt x="9120" y="6001"/>
                    <a:pt x="8656" y="7037"/>
                    <a:pt x="7870" y="7847"/>
                  </a:cubicBezTo>
                  <a:cubicBezTo>
                    <a:pt x="7084" y="8632"/>
                    <a:pt x="6037" y="9097"/>
                    <a:pt x="4929" y="9144"/>
                  </a:cubicBezTo>
                  <a:lnTo>
                    <a:pt x="4929" y="8466"/>
                  </a:lnTo>
                  <a:cubicBezTo>
                    <a:pt x="4929" y="8364"/>
                    <a:pt x="4846" y="8314"/>
                    <a:pt x="4763" y="8314"/>
                  </a:cubicBezTo>
                  <a:cubicBezTo>
                    <a:pt x="4679" y="8314"/>
                    <a:pt x="4596" y="8364"/>
                    <a:pt x="4596" y="8466"/>
                  </a:cubicBezTo>
                  <a:lnTo>
                    <a:pt x="4596" y="9144"/>
                  </a:lnTo>
                  <a:cubicBezTo>
                    <a:pt x="3477" y="9097"/>
                    <a:pt x="2441" y="8644"/>
                    <a:pt x="1631" y="7858"/>
                  </a:cubicBezTo>
                  <a:cubicBezTo>
                    <a:pt x="834" y="7061"/>
                    <a:pt x="369" y="6013"/>
                    <a:pt x="345" y="4882"/>
                  </a:cubicBezTo>
                  <a:lnTo>
                    <a:pt x="1012" y="4882"/>
                  </a:lnTo>
                  <a:cubicBezTo>
                    <a:pt x="1215" y="4882"/>
                    <a:pt x="1215" y="4560"/>
                    <a:pt x="1012" y="4560"/>
                  </a:cubicBezTo>
                  <a:lnTo>
                    <a:pt x="345" y="4560"/>
                  </a:lnTo>
                  <a:cubicBezTo>
                    <a:pt x="381" y="3441"/>
                    <a:pt x="834" y="2417"/>
                    <a:pt x="1619" y="1620"/>
                  </a:cubicBezTo>
                  <a:cubicBezTo>
                    <a:pt x="2405" y="834"/>
                    <a:pt x="3453" y="369"/>
                    <a:pt x="4560" y="334"/>
                  </a:cubicBezTo>
                  <a:lnTo>
                    <a:pt x="4560" y="1000"/>
                  </a:lnTo>
                  <a:cubicBezTo>
                    <a:pt x="4560" y="1102"/>
                    <a:pt x="4644" y="1152"/>
                    <a:pt x="4727" y="1152"/>
                  </a:cubicBezTo>
                  <a:cubicBezTo>
                    <a:pt x="4810" y="1152"/>
                    <a:pt x="4894" y="1102"/>
                    <a:pt x="4894" y="1000"/>
                  </a:cubicBezTo>
                  <a:lnTo>
                    <a:pt x="4894" y="334"/>
                  </a:lnTo>
                  <a:cubicBezTo>
                    <a:pt x="5834" y="357"/>
                    <a:pt x="6727" y="691"/>
                    <a:pt x="7465" y="1262"/>
                  </a:cubicBezTo>
                  <a:cubicBezTo>
                    <a:pt x="7510" y="1301"/>
                    <a:pt x="7556" y="1319"/>
                    <a:pt x="7597" y="1319"/>
                  </a:cubicBezTo>
                  <a:cubicBezTo>
                    <a:pt x="7645" y="1319"/>
                    <a:pt x="7684" y="1295"/>
                    <a:pt x="7703" y="1250"/>
                  </a:cubicBezTo>
                  <a:cubicBezTo>
                    <a:pt x="7763" y="1179"/>
                    <a:pt x="7751" y="1072"/>
                    <a:pt x="7680" y="1012"/>
                  </a:cubicBezTo>
                  <a:cubicBezTo>
                    <a:pt x="6834" y="346"/>
                    <a:pt x="5822" y="0"/>
                    <a:pt x="472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666" name="Google Shape;1666;p50"/>
          <p:cNvCxnSpPr>
            <a:stCxn id="1650" idx="3"/>
            <a:endCxn id="1653" idx="1"/>
          </p:cNvCxnSpPr>
          <p:nvPr/>
        </p:nvCxnSpPr>
        <p:spPr>
          <a:xfrm flipH="1" rot="10800000">
            <a:off x="6766325" y="1596062"/>
            <a:ext cx="454800" cy="1184100"/>
          </a:xfrm>
          <a:prstGeom prst="bentConnector3">
            <a:avLst>
              <a:gd fmla="val 5745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7" name="Google Shape;1667;p50"/>
          <p:cNvCxnSpPr>
            <a:endCxn id="1654" idx="0"/>
          </p:cNvCxnSpPr>
          <p:nvPr/>
        </p:nvCxnSpPr>
        <p:spPr>
          <a:xfrm>
            <a:off x="6807425" y="2777750"/>
            <a:ext cx="1335300" cy="261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8" name="Google Shape;1668;p50"/>
          <p:cNvCxnSpPr>
            <a:endCxn id="1651" idx="2"/>
          </p:cNvCxnSpPr>
          <p:nvPr/>
        </p:nvCxnSpPr>
        <p:spPr>
          <a:xfrm rot="10800000">
            <a:off x="1576325" y="2158325"/>
            <a:ext cx="1105500" cy="633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9" name="Google Shape;1669;p50"/>
          <p:cNvCxnSpPr>
            <a:endCxn id="1652" idx="2"/>
          </p:cNvCxnSpPr>
          <p:nvPr/>
        </p:nvCxnSpPr>
        <p:spPr>
          <a:xfrm flipH="1">
            <a:off x="1431425" y="2494550"/>
            <a:ext cx="1222800" cy="975900"/>
          </a:xfrm>
          <a:prstGeom prst="bentConnector4">
            <a:avLst>
              <a:gd fmla="val 12322" name="adj1"/>
              <a:gd fmla="val 124401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0" name="Google Shape;1670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Dataset</a:t>
            </a:r>
            <a:endParaRPr/>
          </a:p>
        </p:txBody>
      </p:sp>
      <p:sp>
        <p:nvSpPr>
          <p:cNvPr id="1676" name="Google Shape;1676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  <p:sp>
        <p:nvSpPr>
          <p:cNvPr id="1677" name="Google Shape;1677;p51"/>
          <p:cNvSpPr txBox="1"/>
          <p:nvPr>
            <p:ph idx="6" type="subTitle"/>
          </p:nvPr>
        </p:nvSpPr>
        <p:spPr>
          <a:xfrm>
            <a:off x="236850" y="714375"/>
            <a:ext cx="7901400" cy="351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lang="iw" sz="1700">
                <a:latin typeface="Poppins"/>
                <a:ea typeface="Poppins"/>
                <a:cs typeface="Poppins"/>
                <a:sym typeface="Poppins"/>
              </a:rPr>
              <a:t>Academic citation dataset consisting of scientific papers and their citation relationships</a:t>
            </a:r>
            <a:endParaRPr b="0" sz="17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lang="iw" sz="1700">
                <a:latin typeface="Poppins"/>
                <a:ea typeface="Poppins"/>
                <a:cs typeface="Poppins"/>
                <a:sym typeface="Poppins"/>
              </a:rPr>
              <a:t>Each paper includes: unique identifier, title, authors, publication year, field of study, textual abstract, and total citation count</a:t>
            </a:r>
            <a:endParaRPr b="0" sz="17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lang="iw" sz="1700">
                <a:latin typeface="Poppins"/>
                <a:ea typeface="Poppins"/>
                <a:cs typeface="Poppins"/>
                <a:sym typeface="Poppins"/>
              </a:rPr>
              <a:t>Citation relationships are derived from reference lists between papers</a:t>
            </a:r>
            <a:endParaRPr b="0" sz="17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lang="iw" sz="1700">
                <a:latin typeface="Poppins"/>
                <a:ea typeface="Poppins"/>
                <a:cs typeface="Poppins"/>
                <a:sym typeface="Poppins"/>
              </a:rPr>
              <a:t>Reflects the long-term evolution of scientific research</a:t>
            </a:r>
            <a:endParaRPr b="0" sz="17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78" name="Google Shape;1678;p51"/>
          <p:cNvPicPr preferRelativeResize="0"/>
          <p:nvPr/>
        </p:nvPicPr>
        <p:blipFill rotWithShape="1">
          <a:blip r:embed="rId3">
            <a:alphaModFix/>
          </a:blip>
          <a:srcRect b="20347" l="11821" r="8838" t="21945"/>
          <a:stretch/>
        </p:blipFill>
        <p:spPr>
          <a:xfrm>
            <a:off x="5397925" y="3315774"/>
            <a:ext cx="3470051" cy="168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52"/>
          <p:cNvSpPr/>
          <p:nvPr/>
        </p:nvSpPr>
        <p:spPr>
          <a:xfrm>
            <a:off x="441750" y="1904700"/>
            <a:ext cx="1819500" cy="2289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" sz="1500"/>
              <a:t>Stage 0:</a:t>
            </a:r>
            <a:endParaRPr b="1"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" sz="1500"/>
              <a:t>Preprocessing</a:t>
            </a:r>
            <a:endParaRPr b="1"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 sz="1200"/>
              <a:t>Prepare a dynamic representation of the network over time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84" name="Google Shape;1684;p52"/>
          <p:cNvSpPr/>
          <p:nvPr/>
        </p:nvSpPr>
        <p:spPr>
          <a:xfrm>
            <a:off x="2622675" y="1904700"/>
            <a:ext cx="1819500" cy="2289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" sz="1500"/>
              <a:t>Stage 1: </a:t>
            </a:r>
            <a:r>
              <a:rPr b="1" lang="iw" sz="1500"/>
              <a:t>Structural Representation Layer</a:t>
            </a:r>
            <a:endParaRPr b="1"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 sz="1200"/>
              <a:t>Capture the hierarchical structure of the network at each time step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85" name="Google Shape;1685;p52"/>
          <p:cNvSpPr/>
          <p:nvPr/>
        </p:nvSpPr>
        <p:spPr>
          <a:xfrm>
            <a:off x="4816625" y="1904700"/>
            <a:ext cx="1819500" cy="2289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" sz="1500"/>
              <a:t>Stage 2:</a:t>
            </a:r>
            <a:endParaRPr b="1"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" sz="1500"/>
              <a:t>Temporal Representation Layer</a:t>
            </a:r>
            <a:endParaRPr b="1"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 sz="1200"/>
              <a:t>Model the temporal evolution of node representations across time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686" name="Google Shape;1686;p52"/>
          <p:cNvCxnSpPr>
            <a:stCxn id="1683" idx="3"/>
            <a:endCxn id="1684" idx="1"/>
          </p:cNvCxnSpPr>
          <p:nvPr/>
        </p:nvCxnSpPr>
        <p:spPr>
          <a:xfrm>
            <a:off x="2261250" y="3049650"/>
            <a:ext cx="3615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7" name="Google Shape;1687;p52"/>
          <p:cNvCxnSpPr>
            <a:stCxn id="1684" idx="3"/>
            <a:endCxn id="1685" idx="1"/>
          </p:cNvCxnSpPr>
          <p:nvPr/>
        </p:nvCxnSpPr>
        <p:spPr>
          <a:xfrm>
            <a:off x="4442175" y="3049650"/>
            <a:ext cx="374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8" name="Google Shape;1688;p52"/>
          <p:cNvCxnSpPr>
            <a:stCxn id="1685" idx="3"/>
            <a:endCxn id="1689" idx="1"/>
          </p:cNvCxnSpPr>
          <p:nvPr/>
        </p:nvCxnSpPr>
        <p:spPr>
          <a:xfrm>
            <a:off x="6636125" y="3049650"/>
            <a:ext cx="374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0" name="Google Shape;1690;p52"/>
          <p:cNvSpPr/>
          <p:nvPr/>
        </p:nvSpPr>
        <p:spPr>
          <a:xfrm>
            <a:off x="7080275" y="1904700"/>
            <a:ext cx="1819500" cy="2289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" sz="1500">
                <a:solidFill>
                  <a:schemeClr val="dk1"/>
                </a:solidFill>
              </a:rPr>
              <a:t>Stage 3: </a:t>
            </a:r>
            <a:r>
              <a:rPr b="1" lang="iw" sz="1500">
                <a:solidFill>
                  <a:schemeClr val="dk1"/>
                </a:solidFill>
              </a:rPr>
              <a:t>Anomaly Detection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 sz="1200">
                <a:solidFill>
                  <a:schemeClr val="dk1"/>
                </a:solidFill>
              </a:rPr>
              <a:t>Detect unusual citation patterns or behaviors based on the temporal dynamics of node representations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691" name="Google Shape;1691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  <p:sp>
        <p:nvSpPr>
          <p:cNvPr id="1692" name="Google Shape;1692;p52"/>
          <p:cNvSpPr txBox="1"/>
          <p:nvPr>
            <p:ph type="title"/>
          </p:nvPr>
        </p:nvSpPr>
        <p:spPr>
          <a:xfrm>
            <a:off x="281850" y="435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System Architecture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6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  <p:sp>
        <p:nvSpPr>
          <p:cNvPr id="1698" name="Google Shape;1698;p53"/>
          <p:cNvSpPr/>
          <p:nvPr/>
        </p:nvSpPr>
        <p:spPr>
          <a:xfrm>
            <a:off x="940975" y="3112250"/>
            <a:ext cx="2136900" cy="1810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C0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w" sz="1300">
                <a:latin typeface="Poppins"/>
                <a:ea typeface="Poppins"/>
                <a:cs typeface="Poppins"/>
                <a:sym typeface="Poppins"/>
              </a:rPr>
              <a:t>The academic citation dataset is transformed into a directed graph, where papers are represented as nodes and citation as edges.</a:t>
            </a:r>
            <a:endParaRPr sz="1600"/>
          </a:p>
        </p:txBody>
      </p:sp>
      <p:sp>
        <p:nvSpPr>
          <p:cNvPr id="1699" name="Google Shape;1699;p53"/>
          <p:cNvSpPr/>
          <p:nvPr/>
        </p:nvSpPr>
        <p:spPr>
          <a:xfrm>
            <a:off x="3414075" y="3112250"/>
            <a:ext cx="2136900" cy="1810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C0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w" sz="1300">
                <a:latin typeface="Poppins"/>
                <a:ea typeface="Poppins"/>
                <a:cs typeface="Poppins"/>
                <a:sym typeface="Poppins"/>
              </a:rPr>
              <a:t>The publication year of each paper is used to split the citation graph into time-based snapshots.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00" name="Google Shape;1700;p53"/>
          <p:cNvSpPr/>
          <p:nvPr/>
        </p:nvSpPr>
        <p:spPr>
          <a:xfrm>
            <a:off x="5936425" y="3112250"/>
            <a:ext cx="2136900" cy="1810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C0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w" sz="1300">
                <a:latin typeface="Poppins"/>
                <a:ea typeface="Poppins"/>
                <a:cs typeface="Poppins"/>
                <a:sym typeface="Poppins"/>
              </a:rPr>
              <a:t>For each snapshot and for each node, a feature vector is extracted and used as input to the next stage.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01" name="Google Shape;1701;p53"/>
          <p:cNvPicPr preferRelativeResize="0"/>
          <p:nvPr/>
        </p:nvPicPr>
        <p:blipFill rotWithShape="1">
          <a:blip r:embed="rId3">
            <a:alphaModFix/>
          </a:blip>
          <a:srcRect b="30626" l="7313" r="5730" t="27835"/>
          <a:stretch/>
        </p:blipFill>
        <p:spPr>
          <a:xfrm>
            <a:off x="287684" y="1098434"/>
            <a:ext cx="6285523" cy="193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2" name="Google Shape;1702;p53"/>
          <p:cNvPicPr preferRelativeResize="0"/>
          <p:nvPr/>
        </p:nvPicPr>
        <p:blipFill rotWithShape="1">
          <a:blip r:embed="rId4">
            <a:alphaModFix/>
          </a:blip>
          <a:srcRect b="37892" l="81648" r="5212" t="32766"/>
          <a:stretch/>
        </p:blipFill>
        <p:spPr>
          <a:xfrm>
            <a:off x="7197958" y="1387977"/>
            <a:ext cx="1002140" cy="1491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3" name="Google Shape;1703;p53"/>
          <p:cNvPicPr preferRelativeResize="0"/>
          <p:nvPr/>
        </p:nvPicPr>
        <p:blipFill rotWithShape="1">
          <a:blip r:embed="rId3">
            <a:alphaModFix/>
          </a:blip>
          <a:srcRect b="51847" l="31014" r="62110" t="40683"/>
          <a:stretch/>
        </p:blipFill>
        <p:spPr>
          <a:xfrm>
            <a:off x="6581948" y="1691281"/>
            <a:ext cx="496927" cy="34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4" name="Google Shape;1704;p53"/>
          <p:cNvPicPr preferRelativeResize="0"/>
          <p:nvPr/>
        </p:nvPicPr>
        <p:blipFill rotWithShape="1">
          <a:blip r:embed="rId4">
            <a:alphaModFix/>
          </a:blip>
          <a:srcRect b="31761" l="83407" r="5110" t="61409"/>
          <a:stretch/>
        </p:blipFill>
        <p:spPr>
          <a:xfrm>
            <a:off x="8159851" y="2582533"/>
            <a:ext cx="875750" cy="347226"/>
          </a:xfrm>
          <a:prstGeom prst="rect">
            <a:avLst/>
          </a:prstGeom>
          <a:noFill/>
          <a:ln>
            <a:noFill/>
          </a:ln>
        </p:spPr>
      </p:pic>
      <p:sp>
        <p:nvSpPr>
          <p:cNvPr id="1705" name="Google Shape;1705;p53"/>
          <p:cNvSpPr txBox="1"/>
          <p:nvPr>
            <p:ph type="title"/>
          </p:nvPr>
        </p:nvSpPr>
        <p:spPr>
          <a:xfrm>
            <a:off x="852778" y="299671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Stage 0: Preprocessing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54"/>
          <p:cNvSpPr txBox="1"/>
          <p:nvPr>
            <p:ph type="title"/>
          </p:nvPr>
        </p:nvSpPr>
        <p:spPr>
          <a:xfrm>
            <a:off x="71925" y="199600"/>
            <a:ext cx="3900900" cy="19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Stage 1: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Lorentzian</a:t>
            </a:r>
            <a:r>
              <a:rPr lang="iw"/>
              <a:t> Structural Representation</a:t>
            </a:r>
            <a:endParaRPr/>
          </a:p>
        </p:txBody>
      </p:sp>
      <p:pic>
        <p:nvPicPr>
          <p:cNvPr id="1711" name="Google Shape;171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9650" y="2314250"/>
            <a:ext cx="1037800" cy="257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2" name="Google Shape;1712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3175677" y="1071385"/>
            <a:ext cx="4990324" cy="3000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3" name="Google Shape;1713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4225" y="1951337"/>
            <a:ext cx="1843125" cy="124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4" name="Google Shape;1714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9" name="Google Shape;171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0446" y="2314025"/>
            <a:ext cx="1037800" cy="257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" name="Google Shape;1720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14428" y="1737925"/>
            <a:ext cx="1799975" cy="115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1" name="Google Shape;1721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3272519" y="1080188"/>
            <a:ext cx="4648999" cy="336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722" name="Google Shape;1722;p55"/>
          <p:cNvSpPr txBox="1"/>
          <p:nvPr>
            <p:ph idx="12" type="sldNum"/>
          </p:nvPr>
        </p:nvSpPr>
        <p:spPr>
          <a:xfrm>
            <a:off x="858293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  <p:sp>
        <p:nvSpPr>
          <p:cNvPr id="1723" name="Google Shape;1723;p55"/>
          <p:cNvSpPr txBox="1"/>
          <p:nvPr>
            <p:ph type="title"/>
          </p:nvPr>
        </p:nvSpPr>
        <p:spPr>
          <a:xfrm>
            <a:off x="0" y="199600"/>
            <a:ext cx="3900900" cy="19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Stage 2: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Temporal  Representation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8" name="Google Shape;1728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7350" y="2208425"/>
            <a:ext cx="1037800" cy="257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9" name="Google Shape;1729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3195087" y="989588"/>
            <a:ext cx="4886425" cy="32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0" name="Google Shape;1730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  <p:sp>
        <p:nvSpPr>
          <p:cNvPr id="1731" name="Google Shape;1731;p56"/>
          <p:cNvSpPr txBox="1"/>
          <p:nvPr>
            <p:ph type="title"/>
          </p:nvPr>
        </p:nvSpPr>
        <p:spPr>
          <a:xfrm>
            <a:off x="0" y="199600"/>
            <a:ext cx="3900900" cy="19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Stage 3: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Train Anomaly  Detection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p5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Validation Phase</a:t>
            </a:r>
            <a:endParaRPr/>
          </a:p>
        </p:txBody>
      </p:sp>
      <p:sp>
        <p:nvSpPr>
          <p:cNvPr id="1737" name="Google Shape;1737;p57"/>
          <p:cNvSpPr/>
          <p:nvPr/>
        </p:nvSpPr>
        <p:spPr>
          <a:xfrm>
            <a:off x="1031925" y="1390225"/>
            <a:ext cx="3353700" cy="2508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8" name="Google Shape;1738;p57"/>
          <p:cNvSpPr txBox="1"/>
          <p:nvPr/>
        </p:nvSpPr>
        <p:spPr>
          <a:xfrm>
            <a:off x="1289900" y="1676875"/>
            <a:ext cx="28665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" sz="1700">
                <a:latin typeface="Poppins"/>
                <a:ea typeface="Poppins"/>
                <a:cs typeface="Poppins"/>
                <a:sym typeface="Poppins"/>
              </a:rPr>
              <a:t>Iterative Noise Injection: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9" name="Google Shape;1739;p57"/>
          <p:cNvSpPr/>
          <p:nvPr/>
        </p:nvSpPr>
        <p:spPr>
          <a:xfrm>
            <a:off x="1272050" y="2278825"/>
            <a:ext cx="2938200" cy="572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>
                <a:latin typeface="Poppins"/>
                <a:ea typeface="Poppins"/>
                <a:cs typeface="Poppins"/>
                <a:sym typeface="Poppins"/>
              </a:rPr>
              <a:t>Structural noise injection using fake nodes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40" name="Google Shape;1740;p57"/>
          <p:cNvSpPr/>
          <p:nvPr/>
        </p:nvSpPr>
        <p:spPr>
          <a:xfrm>
            <a:off x="1272050" y="3123775"/>
            <a:ext cx="2938200" cy="572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>
                <a:latin typeface="Poppins"/>
                <a:ea typeface="Poppins"/>
                <a:cs typeface="Poppins"/>
                <a:sym typeface="Poppins"/>
              </a:rPr>
              <a:t>Execute full pipeline with detection evaluation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741" name="Google Shape;1741;p57"/>
          <p:cNvCxnSpPr>
            <a:stCxn id="1739" idx="2"/>
            <a:endCxn id="1740" idx="0"/>
          </p:cNvCxnSpPr>
          <p:nvPr/>
        </p:nvCxnSpPr>
        <p:spPr>
          <a:xfrm>
            <a:off x="2741150" y="2851525"/>
            <a:ext cx="0" cy="272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2" name="Google Shape;1742;p57"/>
          <p:cNvSpPr/>
          <p:nvPr/>
        </p:nvSpPr>
        <p:spPr>
          <a:xfrm>
            <a:off x="5369350" y="1774075"/>
            <a:ext cx="2484600" cy="1777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>
                <a:latin typeface="Poppins"/>
                <a:ea typeface="Poppins"/>
                <a:cs typeface="Poppins"/>
                <a:sym typeface="Poppins"/>
              </a:rPr>
              <a:t>Analyze Stability of Anomaly Scores for Real and Fake Nodes Across Iterations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>
                <a:latin typeface="Poppins"/>
                <a:ea typeface="Poppins"/>
                <a:cs typeface="Poppins"/>
                <a:sym typeface="Poppins"/>
              </a:rPr>
              <a:t>Compute validation metrics (TPR, FPR)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743" name="Google Shape;1743;p57"/>
          <p:cNvCxnSpPr>
            <a:stCxn id="1737" idx="3"/>
            <a:endCxn id="1742" idx="1"/>
          </p:cNvCxnSpPr>
          <p:nvPr/>
        </p:nvCxnSpPr>
        <p:spPr>
          <a:xfrm>
            <a:off x="4385625" y="2644375"/>
            <a:ext cx="983700" cy="18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4" name="Google Shape;1744;p57"/>
          <p:cNvCxnSpPr/>
          <p:nvPr/>
        </p:nvCxnSpPr>
        <p:spPr>
          <a:xfrm>
            <a:off x="6605800" y="2662975"/>
            <a:ext cx="11700" cy="243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5" name="Google Shape;1745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p5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Evaluation Metrics</a:t>
            </a:r>
            <a:endParaRPr/>
          </a:p>
        </p:txBody>
      </p:sp>
      <p:sp>
        <p:nvSpPr>
          <p:cNvPr id="1751" name="Google Shape;1751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  <p:pic>
        <p:nvPicPr>
          <p:cNvPr id="1752" name="Google Shape;1752;p58"/>
          <p:cNvPicPr preferRelativeResize="0"/>
          <p:nvPr/>
        </p:nvPicPr>
        <p:blipFill rotWithShape="1">
          <a:blip r:embed="rId3">
            <a:alphaModFix/>
          </a:blip>
          <a:srcRect b="36307" l="63154" r="8485" t="27573"/>
          <a:stretch/>
        </p:blipFill>
        <p:spPr>
          <a:xfrm>
            <a:off x="5314950" y="2762251"/>
            <a:ext cx="2733677" cy="23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3" name="Google Shape;1753;p58"/>
          <p:cNvSpPr txBox="1"/>
          <p:nvPr>
            <p:ph idx="6" type="subTitle"/>
          </p:nvPr>
        </p:nvSpPr>
        <p:spPr>
          <a:xfrm>
            <a:off x="408300" y="1143000"/>
            <a:ext cx="7901400" cy="188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lang="iw" sz="1700">
                <a:latin typeface="Poppins"/>
                <a:ea typeface="Poppins"/>
                <a:cs typeface="Poppins"/>
                <a:sym typeface="Poppins"/>
              </a:rPr>
              <a:t>TPR: Detection rate of injected synthetic anomalies</a:t>
            </a:r>
            <a:br>
              <a:rPr b="0" lang="iw" sz="1700">
                <a:latin typeface="Poppins"/>
                <a:ea typeface="Poppins"/>
                <a:cs typeface="Poppins"/>
                <a:sym typeface="Poppins"/>
              </a:rPr>
            </a:br>
            <a:endParaRPr b="0" sz="17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lang="iw" sz="1700">
                <a:latin typeface="Poppins"/>
                <a:ea typeface="Poppins"/>
                <a:cs typeface="Poppins"/>
                <a:sym typeface="Poppins"/>
              </a:rPr>
              <a:t>FPR: False alarms on real nodes</a:t>
            </a:r>
            <a:br>
              <a:rPr b="0" lang="iw" sz="1700">
                <a:latin typeface="Poppins"/>
                <a:ea typeface="Poppins"/>
                <a:cs typeface="Poppins"/>
                <a:sym typeface="Poppins"/>
              </a:rPr>
            </a:br>
            <a:endParaRPr b="0" sz="17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lang="iw" sz="1700">
                <a:latin typeface="Poppins"/>
                <a:ea typeface="Poppins"/>
                <a:cs typeface="Poppins"/>
                <a:sym typeface="Poppins"/>
              </a:rPr>
              <a:t>Evaluation of metrics across multiple validation iterations</a:t>
            </a:r>
            <a:endParaRPr b="0" sz="17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p5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Validation Parameters</a:t>
            </a:r>
            <a:endParaRPr/>
          </a:p>
        </p:txBody>
      </p:sp>
      <p:sp>
        <p:nvSpPr>
          <p:cNvPr id="1759" name="Google Shape;1759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  <p:sp>
        <p:nvSpPr>
          <p:cNvPr id="1760" name="Google Shape;1760;p59"/>
          <p:cNvSpPr txBox="1"/>
          <p:nvPr>
            <p:ph idx="6" type="subTitle"/>
          </p:nvPr>
        </p:nvSpPr>
        <p:spPr>
          <a:xfrm>
            <a:off x="265425" y="952500"/>
            <a:ext cx="7901400" cy="294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lang="iw" sz="1700">
                <a:latin typeface="Poppins"/>
                <a:ea typeface="Poppins"/>
                <a:cs typeface="Poppins"/>
                <a:sym typeface="Poppins"/>
              </a:rPr>
              <a:t>Academic 10% synthetic nodes injected per iteration</a:t>
            </a:r>
            <a:endParaRPr b="0" sz="17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lang="iw" sz="1700">
                <a:latin typeface="Poppins"/>
                <a:ea typeface="Poppins"/>
                <a:cs typeface="Poppins"/>
                <a:sym typeface="Poppins"/>
              </a:rPr>
              <a:t>Validation performed over 5 iterations</a:t>
            </a:r>
            <a:endParaRPr b="0" sz="17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lang="iw" sz="1700">
                <a:latin typeface="Poppins"/>
                <a:ea typeface="Poppins"/>
                <a:cs typeface="Poppins"/>
                <a:sym typeface="Poppins"/>
              </a:rPr>
              <a:t>Parameters selected to balance metric stability (TPR/FPR) and computational efficiency</a:t>
            </a:r>
            <a:endParaRPr b="0" sz="17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lang="iw" sz="1700">
                <a:latin typeface="Poppins"/>
                <a:ea typeface="Poppins"/>
                <a:cs typeface="Poppins"/>
                <a:sym typeface="Poppins"/>
              </a:rPr>
              <a:t>Ensures robustness evaluation under controlled and realistic perturbations</a:t>
            </a:r>
            <a:endParaRPr b="0" sz="17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761" name="Google Shape;1761;p59"/>
          <p:cNvGrpSpPr/>
          <p:nvPr/>
        </p:nvGrpSpPr>
        <p:grpSpPr>
          <a:xfrm>
            <a:off x="6643756" y="3152695"/>
            <a:ext cx="1523081" cy="1525991"/>
            <a:chOff x="7163581" y="2185780"/>
            <a:chExt cx="475873" cy="476783"/>
          </a:xfrm>
        </p:grpSpPr>
        <p:sp>
          <p:nvSpPr>
            <p:cNvPr id="1762" name="Google Shape;1762;p59"/>
            <p:cNvSpPr/>
            <p:nvPr/>
          </p:nvSpPr>
          <p:spPr>
            <a:xfrm>
              <a:off x="7163581" y="2185780"/>
              <a:ext cx="475873" cy="476783"/>
            </a:xfrm>
            <a:custGeom>
              <a:rect b="b" l="l" r="r" t="t"/>
              <a:pathLst>
                <a:path extrusionOk="0" h="12585" w="12561">
                  <a:moveTo>
                    <a:pt x="6268" y="385"/>
                  </a:moveTo>
                  <a:lnTo>
                    <a:pt x="6268" y="385"/>
                  </a:lnTo>
                  <a:cubicBezTo>
                    <a:pt x="6865" y="482"/>
                    <a:pt x="7431" y="1044"/>
                    <a:pt x="7876" y="1991"/>
                  </a:cubicBezTo>
                  <a:cubicBezTo>
                    <a:pt x="8067" y="2394"/>
                    <a:pt x="8224" y="2846"/>
                    <a:pt x="8348" y="3333"/>
                  </a:cubicBezTo>
                  <a:cubicBezTo>
                    <a:pt x="7693" y="3207"/>
                    <a:pt x="6990" y="3137"/>
                    <a:pt x="6268" y="3127"/>
                  </a:cubicBezTo>
                  <a:lnTo>
                    <a:pt x="6268" y="385"/>
                  </a:lnTo>
                  <a:close/>
                  <a:moveTo>
                    <a:pt x="5906" y="387"/>
                  </a:moveTo>
                  <a:lnTo>
                    <a:pt x="5906" y="3129"/>
                  </a:lnTo>
                  <a:cubicBezTo>
                    <a:pt x="5183" y="3139"/>
                    <a:pt x="4481" y="3211"/>
                    <a:pt x="3826" y="3336"/>
                  </a:cubicBezTo>
                  <a:cubicBezTo>
                    <a:pt x="3949" y="2846"/>
                    <a:pt x="4108" y="2395"/>
                    <a:pt x="4297" y="1992"/>
                  </a:cubicBezTo>
                  <a:cubicBezTo>
                    <a:pt x="4743" y="1044"/>
                    <a:pt x="5308" y="482"/>
                    <a:pt x="5906" y="387"/>
                  </a:cubicBezTo>
                  <a:close/>
                  <a:moveTo>
                    <a:pt x="7268" y="493"/>
                  </a:moveTo>
                  <a:lnTo>
                    <a:pt x="7268" y="493"/>
                  </a:lnTo>
                  <a:cubicBezTo>
                    <a:pt x="8345" y="718"/>
                    <a:pt x="9332" y="1249"/>
                    <a:pt x="10127" y="2044"/>
                  </a:cubicBezTo>
                  <a:cubicBezTo>
                    <a:pt x="10922" y="2839"/>
                    <a:pt x="11455" y="3828"/>
                    <a:pt x="11678" y="4903"/>
                  </a:cubicBezTo>
                  <a:cubicBezTo>
                    <a:pt x="11368" y="4550"/>
                    <a:pt x="10917" y="4229"/>
                    <a:pt x="10336" y="3956"/>
                  </a:cubicBezTo>
                  <a:cubicBezTo>
                    <a:pt x="9864" y="3735"/>
                    <a:pt x="9330" y="3555"/>
                    <a:pt x="8751" y="3420"/>
                  </a:cubicBezTo>
                  <a:cubicBezTo>
                    <a:pt x="8617" y="2841"/>
                    <a:pt x="8436" y="2307"/>
                    <a:pt x="8215" y="1835"/>
                  </a:cubicBezTo>
                  <a:cubicBezTo>
                    <a:pt x="7941" y="1255"/>
                    <a:pt x="7620" y="803"/>
                    <a:pt x="7268" y="493"/>
                  </a:cubicBezTo>
                  <a:close/>
                  <a:moveTo>
                    <a:pt x="6268" y="3498"/>
                  </a:moveTo>
                  <a:lnTo>
                    <a:pt x="6268" y="3498"/>
                  </a:lnTo>
                  <a:cubicBezTo>
                    <a:pt x="7028" y="3508"/>
                    <a:pt x="7762" y="3588"/>
                    <a:pt x="8439" y="3729"/>
                  </a:cubicBezTo>
                  <a:cubicBezTo>
                    <a:pt x="8529" y="4163"/>
                    <a:pt x="8594" y="4619"/>
                    <a:pt x="8632" y="5092"/>
                  </a:cubicBezTo>
                  <a:cubicBezTo>
                    <a:pt x="8264" y="4904"/>
                    <a:pt x="7856" y="4807"/>
                    <a:pt x="7431" y="4807"/>
                  </a:cubicBezTo>
                  <a:cubicBezTo>
                    <a:pt x="7022" y="4807"/>
                    <a:pt x="6625" y="4899"/>
                    <a:pt x="6268" y="5074"/>
                  </a:cubicBezTo>
                  <a:lnTo>
                    <a:pt x="6268" y="3498"/>
                  </a:lnTo>
                  <a:close/>
                  <a:moveTo>
                    <a:pt x="3336" y="3818"/>
                  </a:moveTo>
                  <a:lnTo>
                    <a:pt x="3336" y="3818"/>
                  </a:lnTo>
                  <a:cubicBezTo>
                    <a:pt x="3211" y="4473"/>
                    <a:pt x="3140" y="5175"/>
                    <a:pt x="3130" y="5899"/>
                  </a:cubicBezTo>
                  <a:lnTo>
                    <a:pt x="387" y="5899"/>
                  </a:lnTo>
                  <a:cubicBezTo>
                    <a:pt x="482" y="5301"/>
                    <a:pt x="1046" y="4735"/>
                    <a:pt x="1995" y="4289"/>
                  </a:cubicBezTo>
                  <a:cubicBezTo>
                    <a:pt x="2397" y="4101"/>
                    <a:pt x="2849" y="3943"/>
                    <a:pt x="3336" y="3818"/>
                  </a:cubicBezTo>
                  <a:close/>
                  <a:moveTo>
                    <a:pt x="5906" y="3495"/>
                  </a:moveTo>
                  <a:lnTo>
                    <a:pt x="5906" y="5292"/>
                  </a:lnTo>
                  <a:cubicBezTo>
                    <a:pt x="5785" y="5379"/>
                    <a:pt x="5671" y="5475"/>
                    <a:pt x="5564" y="5583"/>
                  </a:cubicBezTo>
                  <a:cubicBezTo>
                    <a:pt x="5463" y="5682"/>
                    <a:pt x="5373" y="5789"/>
                    <a:pt x="5293" y="5899"/>
                  </a:cubicBezTo>
                  <a:lnTo>
                    <a:pt x="3504" y="5899"/>
                  </a:lnTo>
                  <a:cubicBezTo>
                    <a:pt x="3513" y="5139"/>
                    <a:pt x="3593" y="4405"/>
                    <a:pt x="3734" y="3728"/>
                  </a:cubicBezTo>
                  <a:cubicBezTo>
                    <a:pt x="4412" y="3587"/>
                    <a:pt x="5146" y="3508"/>
                    <a:pt x="5906" y="3495"/>
                  </a:cubicBezTo>
                  <a:close/>
                  <a:moveTo>
                    <a:pt x="8837" y="3819"/>
                  </a:moveTo>
                  <a:lnTo>
                    <a:pt x="8837" y="3819"/>
                  </a:lnTo>
                  <a:cubicBezTo>
                    <a:pt x="9325" y="3944"/>
                    <a:pt x="9776" y="4101"/>
                    <a:pt x="10179" y="4290"/>
                  </a:cubicBezTo>
                  <a:cubicBezTo>
                    <a:pt x="11127" y="4737"/>
                    <a:pt x="11689" y="5302"/>
                    <a:pt x="11786" y="5901"/>
                  </a:cubicBezTo>
                  <a:lnTo>
                    <a:pt x="9583" y="5901"/>
                  </a:lnTo>
                  <a:lnTo>
                    <a:pt x="9583" y="5899"/>
                  </a:lnTo>
                  <a:cubicBezTo>
                    <a:pt x="9502" y="5788"/>
                    <a:pt x="9411" y="5682"/>
                    <a:pt x="9311" y="5583"/>
                  </a:cubicBezTo>
                  <a:cubicBezTo>
                    <a:pt x="9220" y="5491"/>
                    <a:pt x="9125" y="5409"/>
                    <a:pt x="9022" y="5332"/>
                  </a:cubicBezTo>
                  <a:cubicBezTo>
                    <a:pt x="8992" y="4810"/>
                    <a:pt x="8929" y="4302"/>
                    <a:pt x="8837" y="3819"/>
                  </a:cubicBezTo>
                  <a:close/>
                  <a:moveTo>
                    <a:pt x="11786" y="6259"/>
                  </a:moveTo>
                  <a:cubicBezTo>
                    <a:pt x="11691" y="6857"/>
                    <a:pt x="11127" y="7423"/>
                    <a:pt x="10179" y="7870"/>
                  </a:cubicBezTo>
                  <a:cubicBezTo>
                    <a:pt x="10134" y="7891"/>
                    <a:pt x="10090" y="7910"/>
                    <a:pt x="10045" y="7930"/>
                  </a:cubicBezTo>
                  <a:cubicBezTo>
                    <a:pt x="10074" y="7773"/>
                    <a:pt x="10088" y="7611"/>
                    <a:pt x="10088" y="7449"/>
                  </a:cubicBezTo>
                  <a:cubicBezTo>
                    <a:pt x="10090" y="7030"/>
                    <a:pt x="9991" y="6625"/>
                    <a:pt x="9808" y="6259"/>
                  </a:cubicBezTo>
                  <a:close/>
                  <a:moveTo>
                    <a:pt x="3130" y="6259"/>
                  </a:moveTo>
                  <a:cubicBezTo>
                    <a:pt x="3140" y="6983"/>
                    <a:pt x="3211" y="7685"/>
                    <a:pt x="3336" y="8342"/>
                  </a:cubicBezTo>
                  <a:cubicBezTo>
                    <a:pt x="2848" y="8217"/>
                    <a:pt x="2397" y="8060"/>
                    <a:pt x="1995" y="7870"/>
                  </a:cubicBezTo>
                  <a:cubicBezTo>
                    <a:pt x="1046" y="7423"/>
                    <a:pt x="484" y="6857"/>
                    <a:pt x="387" y="6259"/>
                  </a:cubicBezTo>
                  <a:close/>
                  <a:moveTo>
                    <a:pt x="5054" y="6259"/>
                  </a:moveTo>
                  <a:cubicBezTo>
                    <a:pt x="4684" y="7001"/>
                    <a:pt x="4680" y="7879"/>
                    <a:pt x="5044" y="8621"/>
                  </a:cubicBezTo>
                  <a:cubicBezTo>
                    <a:pt x="4587" y="8583"/>
                    <a:pt x="4143" y="8520"/>
                    <a:pt x="3722" y="8432"/>
                  </a:cubicBezTo>
                  <a:cubicBezTo>
                    <a:pt x="3580" y="7755"/>
                    <a:pt x="3502" y="7020"/>
                    <a:pt x="3489" y="6259"/>
                  </a:cubicBezTo>
                  <a:close/>
                  <a:moveTo>
                    <a:pt x="11680" y="7266"/>
                  </a:moveTo>
                  <a:lnTo>
                    <a:pt x="11680" y="7266"/>
                  </a:lnTo>
                  <a:cubicBezTo>
                    <a:pt x="11506" y="8101"/>
                    <a:pt x="11147" y="8882"/>
                    <a:pt x="10625" y="9562"/>
                  </a:cubicBezTo>
                  <a:lnTo>
                    <a:pt x="10497" y="9433"/>
                  </a:lnTo>
                  <a:cubicBezTo>
                    <a:pt x="10461" y="9397"/>
                    <a:pt x="10414" y="9379"/>
                    <a:pt x="10367" y="9379"/>
                  </a:cubicBezTo>
                  <a:cubicBezTo>
                    <a:pt x="10319" y="9379"/>
                    <a:pt x="10272" y="9397"/>
                    <a:pt x="10236" y="9433"/>
                  </a:cubicBezTo>
                  <a:lnTo>
                    <a:pt x="9953" y="9716"/>
                  </a:lnTo>
                  <a:lnTo>
                    <a:pt x="9437" y="9201"/>
                  </a:lnTo>
                  <a:cubicBezTo>
                    <a:pt x="9649" y="8959"/>
                    <a:pt x="9811" y="8685"/>
                    <a:pt x="9922" y="8391"/>
                  </a:cubicBezTo>
                  <a:cubicBezTo>
                    <a:pt x="10064" y="8334"/>
                    <a:pt x="10204" y="8276"/>
                    <a:pt x="10337" y="8213"/>
                  </a:cubicBezTo>
                  <a:cubicBezTo>
                    <a:pt x="10917" y="7939"/>
                    <a:pt x="11369" y="7619"/>
                    <a:pt x="11680" y="7266"/>
                  </a:cubicBezTo>
                  <a:close/>
                  <a:moveTo>
                    <a:pt x="7436" y="5175"/>
                  </a:moveTo>
                  <a:cubicBezTo>
                    <a:pt x="8046" y="5175"/>
                    <a:pt x="8619" y="5414"/>
                    <a:pt x="9051" y="5845"/>
                  </a:cubicBezTo>
                  <a:cubicBezTo>
                    <a:pt x="9483" y="6276"/>
                    <a:pt x="9720" y="6850"/>
                    <a:pt x="9720" y="7460"/>
                  </a:cubicBezTo>
                  <a:cubicBezTo>
                    <a:pt x="9720" y="8070"/>
                    <a:pt x="9482" y="8643"/>
                    <a:pt x="9051" y="9076"/>
                  </a:cubicBezTo>
                  <a:cubicBezTo>
                    <a:pt x="8619" y="9507"/>
                    <a:pt x="8046" y="9745"/>
                    <a:pt x="7436" y="9745"/>
                  </a:cubicBezTo>
                  <a:cubicBezTo>
                    <a:pt x="6824" y="9745"/>
                    <a:pt x="6251" y="9507"/>
                    <a:pt x="5821" y="9076"/>
                  </a:cubicBezTo>
                  <a:cubicBezTo>
                    <a:pt x="4928" y="8184"/>
                    <a:pt x="4928" y="6735"/>
                    <a:pt x="5821" y="5845"/>
                  </a:cubicBezTo>
                  <a:cubicBezTo>
                    <a:pt x="6252" y="5412"/>
                    <a:pt x="6825" y="5175"/>
                    <a:pt x="7436" y="5175"/>
                  </a:cubicBezTo>
                  <a:close/>
                  <a:moveTo>
                    <a:pt x="9175" y="9461"/>
                  </a:moveTo>
                  <a:lnTo>
                    <a:pt x="9689" y="9976"/>
                  </a:lnTo>
                  <a:lnTo>
                    <a:pt x="9407" y="10259"/>
                  </a:lnTo>
                  <a:cubicBezTo>
                    <a:pt x="9335" y="10331"/>
                    <a:pt x="9335" y="10448"/>
                    <a:pt x="9408" y="10520"/>
                  </a:cubicBezTo>
                  <a:lnTo>
                    <a:pt x="9531" y="10644"/>
                  </a:lnTo>
                  <a:cubicBezTo>
                    <a:pt x="8859" y="11155"/>
                    <a:pt x="8089" y="11506"/>
                    <a:pt x="7267" y="11676"/>
                  </a:cubicBezTo>
                  <a:cubicBezTo>
                    <a:pt x="7620" y="11366"/>
                    <a:pt x="7941" y="10915"/>
                    <a:pt x="8213" y="10334"/>
                  </a:cubicBezTo>
                  <a:cubicBezTo>
                    <a:pt x="8273" y="10207"/>
                    <a:pt x="8330" y="10075"/>
                    <a:pt x="8383" y="9938"/>
                  </a:cubicBezTo>
                  <a:cubicBezTo>
                    <a:pt x="8671" y="9828"/>
                    <a:pt x="8939" y="9667"/>
                    <a:pt x="9175" y="9461"/>
                  </a:cubicBezTo>
                  <a:close/>
                  <a:moveTo>
                    <a:pt x="495" y="7266"/>
                  </a:moveTo>
                  <a:lnTo>
                    <a:pt x="495" y="7266"/>
                  </a:lnTo>
                  <a:cubicBezTo>
                    <a:pt x="805" y="7620"/>
                    <a:pt x="1256" y="7940"/>
                    <a:pt x="1837" y="8213"/>
                  </a:cubicBezTo>
                  <a:cubicBezTo>
                    <a:pt x="2309" y="8434"/>
                    <a:pt x="2843" y="8615"/>
                    <a:pt x="3422" y="8750"/>
                  </a:cubicBezTo>
                  <a:cubicBezTo>
                    <a:pt x="3556" y="9328"/>
                    <a:pt x="3737" y="9862"/>
                    <a:pt x="3958" y="10334"/>
                  </a:cubicBezTo>
                  <a:cubicBezTo>
                    <a:pt x="4232" y="10914"/>
                    <a:pt x="4553" y="11366"/>
                    <a:pt x="4905" y="11677"/>
                  </a:cubicBezTo>
                  <a:cubicBezTo>
                    <a:pt x="3831" y="11453"/>
                    <a:pt x="2842" y="10921"/>
                    <a:pt x="2046" y="10125"/>
                  </a:cubicBezTo>
                  <a:cubicBezTo>
                    <a:pt x="1251" y="9330"/>
                    <a:pt x="720" y="8340"/>
                    <a:pt x="495" y="7266"/>
                  </a:cubicBezTo>
                  <a:close/>
                  <a:moveTo>
                    <a:pt x="3825" y="8837"/>
                  </a:moveTo>
                  <a:cubicBezTo>
                    <a:pt x="4292" y="8927"/>
                    <a:pt x="4785" y="8988"/>
                    <a:pt x="5290" y="9020"/>
                  </a:cubicBezTo>
                  <a:cubicBezTo>
                    <a:pt x="5371" y="9132"/>
                    <a:pt x="5461" y="9238"/>
                    <a:pt x="5561" y="9339"/>
                  </a:cubicBezTo>
                  <a:cubicBezTo>
                    <a:pt x="5669" y="9446"/>
                    <a:pt x="5784" y="9543"/>
                    <a:pt x="5904" y="9630"/>
                  </a:cubicBezTo>
                  <a:lnTo>
                    <a:pt x="5904" y="11785"/>
                  </a:lnTo>
                  <a:lnTo>
                    <a:pt x="5904" y="11785"/>
                  </a:lnTo>
                  <a:cubicBezTo>
                    <a:pt x="5307" y="11689"/>
                    <a:pt x="4742" y="11126"/>
                    <a:pt x="4297" y="10180"/>
                  </a:cubicBezTo>
                  <a:cubicBezTo>
                    <a:pt x="4108" y="9777"/>
                    <a:pt x="3949" y="9324"/>
                    <a:pt x="3825" y="8837"/>
                  </a:cubicBezTo>
                  <a:close/>
                  <a:moveTo>
                    <a:pt x="6267" y="9847"/>
                  </a:moveTo>
                  <a:cubicBezTo>
                    <a:pt x="6624" y="10023"/>
                    <a:pt x="7021" y="10114"/>
                    <a:pt x="7430" y="10114"/>
                  </a:cubicBezTo>
                  <a:cubicBezTo>
                    <a:pt x="7599" y="10114"/>
                    <a:pt x="7764" y="10098"/>
                    <a:pt x="7927" y="10068"/>
                  </a:cubicBezTo>
                  <a:lnTo>
                    <a:pt x="7927" y="10068"/>
                  </a:lnTo>
                  <a:cubicBezTo>
                    <a:pt x="7910" y="10104"/>
                    <a:pt x="7894" y="10143"/>
                    <a:pt x="7876" y="10178"/>
                  </a:cubicBezTo>
                  <a:cubicBezTo>
                    <a:pt x="7430" y="11126"/>
                    <a:pt x="6865" y="11689"/>
                    <a:pt x="6267" y="11785"/>
                  </a:cubicBezTo>
                  <a:lnTo>
                    <a:pt x="6267" y="9847"/>
                  </a:lnTo>
                  <a:close/>
                  <a:moveTo>
                    <a:pt x="6084" y="0"/>
                  </a:moveTo>
                  <a:cubicBezTo>
                    <a:pt x="4787" y="0"/>
                    <a:pt x="3548" y="404"/>
                    <a:pt x="2503" y="1166"/>
                  </a:cubicBezTo>
                  <a:cubicBezTo>
                    <a:pt x="2420" y="1227"/>
                    <a:pt x="2402" y="1342"/>
                    <a:pt x="2462" y="1425"/>
                  </a:cubicBezTo>
                  <a:cubicBezTo>
                    <a:pt x="2498" y="1474"/>
                    <a:pt x="2555" y="1500"/>
                    <a:pt x="2611" y="1500"/>
                  </a:cubicBezTo>
                  <a:cubicBezTo>
                    <a:pt x="2649" y="1500"/>
                    <a:pt x="2687" y="1489"/>
                    <a:pt x="2719" y="1465"/>
                  </a:cubicBezTo>
                  <a:cubicBezTo>
                    <a:pt x="3378" y="985"/>
                    <a:pt x="4120" y="656"/>
                    <a:pt x="4903" y="493"/>
                  </a:cubicBezTo>
                  <a:lnTo>
                    <a:pt x="4903" y="493"/>
                  </a:lnTo>
                  <a:cubicBezTo>
                    <a:pt x="4550" y="803"/>
                    <a:pt x="4230" y="1254"/>
                    <a:pt x="3955" y="1835"/>
                  </a:cubicBezTo>
                  <a:cubicBezTo>
                    <a:pt x="3734" y="2307"/>
                    <a:pt x="3554" y="2841"/>
                    <a:pt x="3419" y="3420"/>
                  </a:cubicBezTo>
                  <a:cubicBezTo>
                    <a:pt x="2840" y="3554"/>
                    <a:pt x="2306" y="3735"/>
                    <a:pt x="1834" y="3956"/>
                  </a:cubicBezTo>
                  <a:cubicBezTo>
                    <a:pt x="1253" y="4230"/>
                    <a:pt x="802" y="4551"/>
                    <a:pt x="492" y="4904"/>
                  </a:cubicBezTo>
                  <a:cubicBezTo>
                    <a:pt x="721" y="3805"/>
                    <a:pt x="1269" y="2799"/>
                    <a:pt x="2093" y="1996"/>
                  </a:cubicBezTo>
                  <a:cubicBezTo>
                    <a:pt x="2166" y="1924"/>
                    <a:pt x="2167" y="1807"/>
                    <a:pt x="2095" y="1735"/>
                  </a:cubicBezTo>
                  <a:cubicBezTo>
                    <a:pt x="2060" y="1698"/>
                    <a:pt x="2012" y="1679"/>
                    <a:pt x="1963" y="1679"/>
                  </a:cubicBezTo>
                  <a:cubicBezTo>
                    <a:pt x="1917" y="1679"/>
                    <a:pt x="1870" y="1697"/>
                    <a:pt x="1834" y="1732"/>
                  </a:cubicBezTo>
                  <a:cubicBezTo>
                    <a:pt x="1260" y="2292"/>
                    <a:pt x="810" y="2950"/>
                    <a:pt x="493" y="3683"/>
                  </a:cubicBezTo>
                  <a:cubicBezTo>
                    <a:pt x="166" y="4443"/>
                    <a:pt x="0" y="5251"/>
                    <a:pt x="0" y="6086"/>
                  </a:cubicBezTo>
                  <a:cubicBezTo>
                    <a:pt x="0" y="7710"/>
                    <a:pt x="633" y="9238"/>
                    <a:pt x="1782" y="10387"/>
                  </a:cubicBezTo>
                  <a:cubicBezTo>
                    <a:pt x="2932" y="11537"/>
                    <a:pt x="4460" y="12170"/>
                    <a:pt x="6084" y="12170"/>
                  </a:cubicBezTo>
                  <a:cubicBezTo>
                    <a:pt x="7443" y="12170"/>
                    <a:pt x="8734" y="11725"/>
                    <a:pt x="9793" y="10909"/>
                  </a:cubicBezTo>
                  <a:lnTo>
                    <a:pt x="11244" y="12359"/>
                  </a:lnTo>
                  <a:cubicBezTo>
                    <a:pt x="11393" y="12508"/>
                    <a:pt x="11590" y="12584"/>
                    <a:pt x="11787" y="12584"/>
                  </a:cubicBezTo>
                  <a:cubicBezTo>
                    <a:pt x="11983" y="12584"/>
                    <a:pt x="12181" y="12510"/>
                    <a:pt x="12331" y="12359"/>
                  </a:cubicBezTo>
                  <a:cubicBezTo>
                    <a:pt x="12475" y="12214"/>
                    <a:pt x="12556" y="12021"/>
                    <a:pt x="12556" y="11816"/>
                  </a:cubicBezTo>
                  <a:cubicBezTo>
                    <a:pt x="12560" y="11610"/>
                    <a:pt x="12479" y="11417"/>
                    <a:pt x="12333" y="11271"/>
                  </a:cubicBezTo>
                  <a:lnTo>
                    <a:pt x="11993" y="10931"/>
                  </a:lnTo>
                  <a:cubicBezTo>
                    <a:pt x="11957" y="10894"/>
                    <a:pt x="11910" y="10876"/>
                    <a:pt x="11863" y="10876"/>
                  </a:cubicBezTo>
                  <a:cubicBezTo>
                    <a:pt x="11816" y="10876"/>
                    <a:pt x="11768" y="10894"/>
                    <a:pt x="11733" y="10931"/>
                  </a:cubicBezTo>
                  <a:cubicBezTo>
                    <a:pt x="11661" y="11003"/>
                    <a:pt x="11661" y="11119"/>
                    <a:pt x="11733" y="11191"/>
                  </a:cubicBezTo>
                  <a:lnTo>
                    <a:pt x="12073" y="11532"/>
                  </a:lnTo>
                  <a:cubicBezTo>
                    <a:pt x="12227" y="11687"/>
                    <a:pt x="12227" y="11942"/>
                    <a:pt x="12073" y="12097"/>
                  </a:cubicBezTo>
                  <a:cubicBezTo>
                    <a:pt x="11995" y="12175"/>
                    <a:pt x="11893" y="12214"/>
                    <a:pt x="11790" y="12214"/>
                  </a:cubicBezTo>
                  <a:cubicBezTo>
                    <a:pt x="11688" y="12214"/>
                    <a:pt x="11585" y="12175"/>
                    <a:pt x="11508" y="12097"/>
                  </a:cubicBezTo>
                  <a:lnTo>
                    <a:pt x="9798" y="10389"/>
                  </a:lnTo>
                  <a:lnTo>
                    <a:pt x="10364" y="9822"/>
                  </a:lnTo>
                  <a:lnTo>
                    <a:pt x="11134" y="10592"/>
                  </a:lnTo>
                  <a:cubicBezTo>
                    <a:pt x="11170" y="10628"/>
                    <a:pt x="11217" y="10646"/>
                    <a:pt x="11264" y="10646"/>
                  </a:cubicBezTo>
                  <a:cubicBezTo>
                    <a:pt x="11311" y="10646"/>
                    <a:pt x="11358" y="10628"/>
                    <a:pt x="11395" y="10592"/>
                  </a:cubicBezTo>
                  <a:cubicBezTo>
                    <a:pt x="11467" y="10521"/>
                    <a:pt x="11467" y="10404"/>
                    <a:pt x="11395" y="10333"/>
                  </a:cubicBezTo>
                  <a:lnTo>
                    <a:pt x="10886" y="9822"/>
                  </a:lnTo>
                  <a:cubicBezTo>
                    <a:pt x="11718" y="8758"/>
                    <a:pt x="12169" y="7455"/>
                    <a:pt x="12169" y="6083"/>
                  </a:cubicBezTo>
                  <a:cubicBezTo>
                    <a:pt x="12169" y="4459"/>
                    <a:pt x="11536" y="2931"/>
                    <a:pt x="10386" y="1782"/>
                  </a:cubicBezTo>
                  <a:cubicBezTo>
                    <a:pt x="9237" y="632"/>
                    <a:pt x="7709" y="0"/>
                    <a:pt x="6084" y="0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310275" lIns="310275" spcFirstLastPara="1" rIns="310275" wrap="square" tIns="310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59"/>
            <p:cNvSpPr/>
            <p:nvPr/>
          </p:nvSpPr>
          <p:spPr>
            <a:xfrm>
              <a:off x="7368690" y="2397216"/>
              <a:ext cx="154571" cy="142485"/>
            </a:xfrm>
            <a:custGeom>
              <a:rect b="b" l="l" r="r" t="t"/>
              <a:pathLst>
                <a:path extrusionOk="0" h="3761" w="4080">
                  <a:moveTo>
                    <a:pt x="2022" y="368"/>
                  </a:moveTo>
                  <a:cubicBezTo>
                    <a:pt x="3339" y="368"/>
                    <a:pt x="4021" y="2018"/>
                    <a:pt x="3090" y="2947"/>
                  </a:cubicBezTo>
                  <a:cubicBezTo>
                    <a:pt x="2796" y="3242"/>
                    <a:pt x="2408" y="3389"/>
                    <a:pt x="2021" y="3389"/>
                  </a:cubicBezTo>
                  <a:cubicBezTo>
                    <a:pt x="1634" y="3389"/>
                    <a:pt x="1247" y="3242"/>
                    <a:pt x="952" y="2947"/>
                  </a:cubicBezTo>
                  <a:cubicBezTo>
                    <a:pt x="663" y="2658"/>
                    <a:pt x="504" y="2271"/>
                    <a:pt x="509" y="1861"/>
                  </a:cubicBezTo>
                  <a:cubicBezTo>
                    <a:pt x="513" y="1491"/>
                    <a:pt x="655" y="1133"/>
                    <a:pt x="905" y="861"/>
                  </a:cubicBezTo>
                  <a:cubicBezTo>
                    <a:pt x="1205" y="532"/>
                    <a:pt x="1613" y="368"/>
                    <a:pt x="2022" y="368"/>
                  </a:cubicBezTo>
                  <a:close/>
                  <a:moveTo>
                    <a:pt x="2021" y="1"/>
                  </a:moveTo>
                  <a:cubicBezTo>
                    <a:pt x="1540" y="1"/>
                    <a:pt x="1058" y="184"/>
                    <a:pt x="691" y="551"/>
                  </a:cubicBezTo>
                  <a:cubicBezTo>
                    <a:pt x="506" y="736"/>
                    <a:pt x="359" y="960"/>
                    <a:pt x="265" y="1206"/>
                  </a:cubicBezTo>
                  <a:cubicBezTo>
                    <a:pt x="0" y="1894"/>
                    <a:pt x="164" y="2683"/>
                    <a:pt x="691" y="3211"/>
                  </a:cubicBezTo>
                  <a:cubicBezTo>
                    <a:pt x="1059" y="3577"/>
                    <a:pt x="1540" y="3761"/>
                    <a:pt x="2021" y="3761"/>
                  </a:cubicBezTo>
                  <a:cubicBezTo>
                    <a:pt x="2506" y="3761"/>
                    <a:pt x="2991" y="3574"/>
                    <a:pt x="3362" y="3197"/>
                  </a:cubicBezTo>
                  <a:cubicBezTo>
                    <a:pt x="4080" y="2468"/>
                    <a:pt x="4074" y="1274"/>
                    <a:pt x="3351" y="551"/>
                  </a:cubicBezTo>
                  <a:cubicBezTo>
                    <a:pt x="2984" y="184"/>
                    <a:pt x="2503" y="1"/>
                    <a:pt x="2021" y="1"/>
                  </a:cubicBezTo>
                  <a:close/>
                </a:path>
              </a:pathLst>
            </a:custGeom>
            <a:solidFill>
              <a:srgbClr val="EB9109"/>
            </a:solidFill>
            <a:ln>
              <a:noFill/>
            </a:ln>
          </p:spPr>
          <p:txBody>
            <a:bodyPr anchorCtr="0" anchor="ctr" bIns="310275" lIns="310275" spcFirstLastPara="1" rIns="310275" wrap="square" tIns="310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60"/>
          <p:cNvSpPr txBox="1"/>
          <p:nvPr>
            <p:ph type="title"/>
          </p:nvPr>
        </p:nvSpPr>
        <p:spPr>
          <a:xfrm>
            <a:off x="720000" y="2735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Results – Time Series Analysis</a:t>
            </a:r>
            <a:endParaRPr/>
          </a:p>
        </p:txBody>
      </p:sp>
      <p:sp>
        <p:nvSpPr>
          <p:cNvPr id="1769" name="Google Shape;1769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  <p:pic>
        <p:nvPicPr>
          <p:cNvPr id="1770" name="Google Shape;177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0150" y="865325"/>
            <a:ext cx="6248400" cy="394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1" name="Google Shape;1771;p60"/>
          <p:cNvSpPr txBox="1"/>
          <p:nvPr/>
        </p:nvSpPr>
        <p:spPr>
          <a:xfrm>
            <a:off x="1533600" y="4790450"/>
            <a:ext cx="55815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Fig.1 - Node-level anomaly score time-series (IF vs. LOF) 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5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Google Shape;1776;p61"/>
          <p:cNvSpPr txBox="1"/>
          <p:nvPr>
            <p:ph type="title"/>
          </p:nvPr>
        </p:nvSpPr>
        <p:spPr>
          <a:xfrm>
            <a:off x="720000" y="2735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Results – Time Series Analysis</a:t>
            </a:r>
            <a:endParaRPr/>
          </a:p>
        </p:txBody>
      </p:sp>
      <p:sp>
        <p:nvSpPr>
          <p:cNvPr id="1777" name="Google Shape;1777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  <p:sp>
        <p:nvSpPr>
          <p:cNvPr id="1778" name="Google Shape;1778;p61"/>
          <p:cNvSpPr txBox="1"/>
          <p:nvPr/>
        </p:nvSpPr>
        <p:spPr>
          <a:xfrm>
            <a:off x="428700" y="4749850"/>
            <a:ext cx="8039100" cy="8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w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Fig.2 - Distribution of anomaly score mean and standard deviation for each method 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79" name="Google Shape;1779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50" y="846275"/>
            <a:ext cx="6651221" cy="394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62"/>
          <p:cNvSpPr txBox="1"/>
          <p:nvPr>
            <p:ph type="title"/>
          </p:nvPr>
        </p:nvSpPr>
        <p:spPr>
          <a:xfrm>
            <a:off x="720000" y="2735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Results – Time Series Analysis</a:t>
            </a:r>
            <a:endParaRPr/>
          </a:p>
        </p:txBody>
      </p:sp>
      <p:sp>
        <p:nvSpPr>
          <p:cNvPr id="1785" name="Google Shape;1785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  <p:sp>
        <p:nvSpPr>
          <p:cNvPr id="1786" name="Google Shape;1786;p62"/>
          <p:cNvSpPr txBox="1"/>
          <p:nvPr/>
        </p:nvSpPr>
        <p:spPr>
          <a:xfrm>
            <a:off x="1369575" y="3799825"/>
            <a:ext cx="6233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w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Fig.3 - Noise-injection validation results: TPR and FPR over iterations</a:t>
            </a:r>
            <a:r>
              <a:rPr lang="iw" sz="1200"/>
              <a:t> </a:t>
            </a:r>
            <a:endParaRPr/>
          </a:p>
        </p:txBody>
      </p:sp>
      <p:pic>
        <p:nvPicPr>
          <p:cNvPr id="1787" name="Google Shape;178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5" y="928500"/>
            <a:ext cx="8708550" cy="266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p63"/>
          <p:cNvSpPr txBox="1"/>
          <p:nvPr>
            <p:ph type="title"/>
          </p:nvPr>
        </p:nvSpPr>
        <p:spPr>
          <a:xfrm>
            <a:off x="424725" y="206900"/>
            <a:ext cx="857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Results – Distributions &amp; Validation</a:t>
            </a:r>
            <a:endParaRPr/>
          </a:p>
        </p:txBody>
      </p:sp>
      <p:sp>
        <p:nvSpPr>
          <p:cNvPr id="1793" name="Google Shape;1793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  <p:sp>
        <p:nvSpPr>
          <p:cNvPr id="1794" name="Google Shape;1794;p63"/>
          <p:cNvSpPr txBox="1"/>
          <p:nvPr/>
        </p:nvSpPr>
        <p:spPr>
          <a:xfrm>
            <a:off x="636450" y="3037025"/>
            <a:ext cx="4443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/>
          </a:p>
        </p:txBody>
      </p:sp>
      <p:grpSp>
        <p:nvGrpSpPr>
          <p:cNvPr id="1795" name="Google Shape;1795;p63"/>
          <p:cNvGrpSpPr/>
          <p:nvPr/>
        </p:nvGrpSpPr>
        <p:grpSpPr>
          <a:xfrm>
            <a:off x="5819595" y="2410406"/>
            <a:ext cx="2602808" cy="2605643"/>
            <a:chOff x="3539102" y="2427549"/>
            <a:chExt cx="355099" cy="355481"/>
          </a:xfrm>
        </p:grpSpPr>
        <p:sp>
          <p:nvSpPr>
            <p:cNvPr id="1796" name="Google Shape;1796;p63"/>
            <p:cNvSpPr/>
            <p:nvPr/>
          </p:nvSpPr>
          <p:spPr>
            <a:xfrm>
              <a:off x="3539102" y="2561320"/>
              <a:ext cx="355099" cy="22171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670125" lIns="670125" spcFirstLastPara="1" rIns="670125" wrap="square" tIns="670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63"/>
            <p:cNvSpPr/>
            <p:nvPr/>
          </p:nvSpPr>
          <p:spPr>
            <a:xfrm>
              <a:off x="3544417" y="2427549"/>
              <a:ext cx="339568" cy="205415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670125" lIns="670125" spcFirstLastPara="1" rIns="670125" wrap="square" tIns="670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98" name="Google Shape;1798;p63"/>
          <p:cNvSpPr txBox="1"/>
          <p:nvPr>
            <p:ph idx="6" type="subTitle"/>
          </p:nvPr>
        </p:nvSpPr>
        <p:spPr>
          <a:xfrm>
            <a:off x="424725" y="892700"/>
            <a:ext cx="7364100" cy="291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lang="iw" sz="1700">
                <a:latin typeface="Poppins"/>
                <a:ea typeface="Poppins"/>
                <a:cs typeface="Poppins"/>
                <a:sym typeface="Poppins"/>
              </a:rPr>
              <a:t>Isolation Forest exhibits a stable and informative distribution of anomaly scores</a:t>
            </a:r>
            <a:endParaRPr b="0" sz="17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lang="iw" sz="1700">
                <a:latin typeface="Poppins"/>
                <a:ea typeface="Poppins"/>
                <a:cs typeface="Poppins"/>
                <a:sym typeface="Poppins"/>
              </a:rPr>
              <a:t>LOF suffers from a collapse of the score distribution and a loss of discriminative capability</a:t>
            </a:r>
            <a:endParaRPr b="0" sz="17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lang="iw" sz="1700">
                <a:latin typeface="Poppins"/>
                <a:ea typeface="Poppins"/>
                <a:cs typeface="Poppins"/>
                <a:sym typeface="Poppins"/>
              </a:rPr>
              <a:t>A clear performance gap is observed: Isolation Forest ≈ 98%, LOF ≈ 75%</a:t>
            </a:r>
            <a:endParaRPr b="0" sz="17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2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6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Challenges</a:t>
            </a:r>
            <a:endParaRPr/>
          </a:p>
        </p:txBody>
      </p:sp>
      <p:sp>
        <p:nvSpPr>
          <p:cNvPr id="1804" name="Google Shape;1804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21</a:t>
            </a:r>
            <a:endParaRPr/>
          </a:p>
        </p:txBody>
      </p:sp>
      <p:graphicFrame>
        <p:nvGraphicFramePr>
          <p:cNvPr id="1805" name="Google Shape;1805;p64"/>
          <p:cNvGraphicFramePr/>
          <p:nvPr/>
        </p:nvGraphicFramePr>
        <p:xfrm>
          <a:off x="379150" y="11022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{335B313B-7F08-4904-82E1-7907D2488E43}</a:tableStyleId>
              </a:tblPr>
              <a:tblGrid>
                <a:gridCol w="4140800"/>
                <a:gridCol w="4244875"/>
              </a:tblGrid>
              <a:tr h="456250">
                <a:tc>
                  <a:txBody>
                    <a:bodyPr/>
                    <a:lstStyle/>
                    <a:p>
                      <a:pPr indent="0" lvl="0" marL="228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" sz="2000">
                          <a:solidFill>
                            <a:srgbClr val="1D1D1D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Key Challenges</a:t>
                      </a:r>
                      <a:endParaRPr b="1" sz="2000">
                        <a:solidFill>
                          <a:srgbClr val="1D1D1D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E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28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" sz="2000">
                          <a:solidFill>
                            <a:srgbClr val="1D1D1D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Addressing the Challenges</a:t>
                      </a:r>
                      <a:endParaRPr b="1" sz="2000">
                        <a:solidFill>
                          <a:srgbClr val="1D1D1D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EF7"/>
                    </a:solidFill>
                  </a:tcPr>
                </a:tc>
              </a:tr>
              <a:tr h="60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Adapting research code 	</a:t>
                      </a:r>
                      <a:endParaRPr>
                        <a:solidFill>
                          <a:srgbClr val="1D1D1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Architectural and code-level adaptations</a:t>
                      </a:r>
                      <a:endParaRPr>
                        <a:solidFill>
                          <a:srgbClr val="1D1D1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</a:tr>
              <a:tr h="60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rgbClr val="1D1D1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Instability of LOF</a:t>
                      </a:r>
                      <a:r>
                        <a:rPr lang="iw">
                          <a:solidFill>
                            <a:srgbClr val="1D1D1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	</a:t>
                      </a:r>
                      <a:endParaRPr>
                        <a:solidFill>
                          <a:srgbClr val="1D1D1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rgbClr val="1D1D1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Shift to Isolation Forest</a:t>
                      </a:r>
                      <a:endParaRPr>
                        <a:solidFill>
                          <a:srgbClr val="1D1D1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</a:tr>
              <a:tr h="569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Validation parameter tuning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Fixed noise ratio and iterations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</a:tr>
              <a:tr h="569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Lack of ground truth labels </a:t>
                      </a:r>
                      <a:endParaRPr>
                        <a:solidFill>
                          <a:srgbClr val="1D1D1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Synthetic noise injection</a:t>
                      </a:r>
                      <a:endParaRPr>
                        <a:solidFill>
                          <a:srgbClr val="1D1D1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B910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9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p65"/>
          <p:cNvSpPr txBox="1"/>
          <p:nvPr>
            <p:ph type="title"/>
          </p:nvPr>
        </p:nvSpPr>
        <p:spPr>
          <a:xfrm>
            <a:off x="720000" y="485425"/>
            <a:ext cx="4631700" cy="69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Key </a:t>
            </a:r>
            <a:r>
              <a:rPr lang="iw"/>
              <a:t>Contributions</a:t>
            </a:r>
            <a:endParaRPr/>
          </a:p>
        </p:txBody>
      </p:sp>
      <p:sp>
        <p:nvSpPr>
          <p:cNvPr id="1811" name="Google Shape;1811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22</a:t>
            </a:r>
            <a:endParaRPr/>
          </a:p>
        </p:txBody>
      </p:sp>
      <p:sp>
        <p:nvSpPr>
          <p:cNvPr id="1812" name="Google Shape;1812;p65"/>
          <p:cNvSpPr txBox="1"/>
          <p:nvPr>
            <p:ph idx="1" type="subTitle"/>
          </p:nvPr>
        </p:nvSpPr>
        <p:spPr>
          <a:xfrm>
            <a:off x="424725" y="998750"/>
            <a:ext cx="7364100" cy="22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iw" sz="1700"/>
              <a:t>Hyperbolic + temporal attention for citation anomalies</a:t>
            </a:r>
            <a:endParaRPr sz="1700"/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iw" sz="1700"/>
              <a:t>Label-free validation via noise injection</a:t>
            </a:r>
            <a:endParaRPr sz="1700"/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iw" sz="1700"/>
              <a:t>Empirical </a:t>
            </a:r>
            <a:r>
              <a:rPr lang="iw" sz="1700"/>
              <a:t>comparison</a:t>
            </a:r>
            <a:r>
              <a:rPr lang="iw" sz="1700"/>
              <a:t> IF vs LOF in dynamic setting</a:t>
            </a:r>
            <a:endParaRPr sz="17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p66"/>
          <p:cNvSpPr txBox="1"/>
          <p:nvPr>
            <p:ph type="title"/>
          </p:nvPr>
        </p:nvSpPr>
        <p:spPr>
          <a:xfrm>
            <a:off x="720000" y="485425"/>
            <a:ext cx="3852000" cy="69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Conclusions </a:t>
            </a:r>
            <a:endParaRPr/>
          </a:p>
        </p:txBody>
      </p:sp>
      <p:sp>
        <p:nvSpPr>
          <p:cNvPr id="1818" name="Google Shape;1818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23</a:t>
            </a:r>
            <a:endParaRPr/>
          </a:p>
        </p:txBody>
      </p:sp>
      <p:sp>
        <p:nvSpPr>
          <p:cNvPr id="1819" name="Google Shape;1819;p66"/>
          <p:cNvSpPr txBox="1"/>
          <p:nvPr>
            <p:ph idx="1" type="subTitle"/>
          </p:nvPr>
        </p:nvSpPr>
        <p:spPr>
          <a:xfrm>
            <a:off x="424725" y="998750"/>
            <a:ext cx="8532600" cy="22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" sz="1700"/>
              <a:t>Matching detection methods to anomaly characteristics is critical in dynamic networks</a:t>
            </a:r>
            <a:endParaRPr sz="1700"/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" sz="1700"/>
              <a:t>Isolation Forest is better suited for global and temporal anomalies than LOF</a:t>
            </a:r>
            <a:endParaRPr sz="1700"/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" sz="1700"/>
              <a:t>Controlled validation with synthetic anomalies is essential when ground-truth labels are unavailable</a:t>
            </a:r>
            <a:endParaRPr sz="1700"/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" sz="1700"/>
              <a:t>Early and careful parameter selection leads to stable and comparable results</a:t>
            </a:r>
            <a:endParaRPr sz="1700"/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" sz="1700"/>
              <a:t>Adapting existing research code requires deep understanding of the model architecture</a:t>
            </a:r>
            <a:endParaRPr sz="17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p67"/>
          <p:cNvSpPr txBox="1"/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Thanks!</a:t>
            </a:r>
            <a:endParaRPr/>
          </a:p>
        </p:txBody>
      </p:sp>
      <p:sp>
        <p:nvSpPr>
          <p:cNvPr id="1825" name="Google Shape;1825;p67"/>
          <p:cNvSpPr txBox="1"/>
          <p:nvPr>
            <p:ph idx="1" type="subTitle"/>
          </p:nvPr>
        </p:nvSpPr>
        <p:spPr>
          <a:xfrm>
            <a:off x="1096850" y="3142825"/>
            <a:ext cx="48825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w"/>
              <a:t>Do you have any questions?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26" name="Google Shape;1826;p67"/>
          <p:cNvGrpSpPr/>
          <p:nvPr/>
        </p:nvGrpSpPr>
        <p:grpSpPr>
          <a:xfrm>
            <a:off x="5170899" y="1023837"/>
            <a:ext cx="2648543" cy="2594779"/>
            <a:chOff x="3040984" y="3681059"/>
            <a:chExt cx="356164" cy="355815"/>
          </a:xfrm>
        </p:grpSpPr>
        <p:sp>
          <p:nvSpPr>
            <p:cNvPr id="1827" name="Google Shape;1827;p67"/>
            <p:cNvSpPr/>
            <p:nvPr/>
          </p:nvSpPr>
          <p:spPr>
            <a:xfrm>
              <a:off x="3040984" y="3681059"/>
              <a:ext cx="356164" cy="355815"/>
            </a:xfrm>
            <a:custGeom>
              <a:rect b="b" l="l" r="r" t="t"/>
              <a:pathLst>
                <a:path extrusionOk="0" h="11205" w="11216">
                  <a:moveTo>
                    <a:pt x="5620" y="0"/>
                  </a:moveTo>
                  <a:cubicBezTo>
                    <a:pt x="4274" y="0"/>
                    <a:pt x="2965" y="488"/>
                    <a:pt x="1953" y="1369"/>
                  </a:cubicBezTo>
                  <a:cubicBezTo>
                    <a:pt x="1881" y="1429"/>
                    <a:pt x="1881" y="1536"/>
                    <a:pt x="1941" y="1608"/>
                  </a:cubicBezTo>
                  <a:cubicBezTo>
                    <a:pt x="1972" y="1645"/>
                    <a:pt x="2016" y="1663"/>
                    <a:pt x="2061" y="1663"/>
                  </a:cubicBezTo>
                  <a:cubicBezTo>
                    <a:pt x="2103" y="1663"/>
                    <a:pt x="2145" y="1648"/>
                    <a:pt x="2179" y="1620"/>
                  </a:cubicBezTo>
                  <a:cubicBezTo>
                    <a:pt x="3131" y="786"/>
                    <a:pt x="4358" y="346"/>
                    <a:pt x="5620" y="346"/>
                  </a:cubicBezTo>
                  <a:cubicBezTo>
                    <a:pt x="7013" y="346"/>
                    <a:pt x="8346" y="893"/>
                    <a:pt x="9335" y="1893"/>
                  </a:cubicBezTo>
                  <a:cubicBezTo>
                    <a:pt x="10335" y="2882"/>
                    <a:pt x="10882" y="4215"/>
                    <a:pt x="10882" y="5608"/>
                  </a:cubicBezTo>
                  <a:cubicBezTo>
                    <a:pt x="10882" y="7013"/>
                    <a:pt x="10335" y="8335"/>
                    <a:pt x="9335" y="9335"/>
                  </a:cubicBezTo>
                  <a:cubicBezTo>
                    <a:pt x="8346" y="10323"/>
                    <a:pt x="7013" y="10883"/>
                    <a:pt x="5620" y="10883"/>
                  </a:cubicBezTo>
                  <a:cubicBezTo>
                    <a:pt x="4215" y="10883"/>
                    <a:pt x="2893" y="10323"/>
                    <a:pt x="1893" y="9335"/>
                  </a:cubicBezTo>
                  <a:cubicBezTo>
                    <a:pt x="893" y="8335"/>
                    <a:pt x="345" y="7013"/>
                    <a:pt x="345" y="5608"/>
                  </a:cubicBezTo>
                  <a:cubicBezTo>
                    <a:pt x="345" y="4298"/>
                    <a:pt x="822" y="3048"/>
                    <a:pt x="1703" y="2084"/>
                  </a:cubicBezTo>
                  <a:cubicBezTo>
                    <a:pt x="1762" y="2012"/>
                    <a:pt x="1762" y="1905"/>
                    <a:pt x="1691" y="1846"/>
                  </a:cubicBezTo>
                  <a:cubicBezTo>
                    <a:pt x="1657" y="1817"/>
                    <a:pt x="1614" y="1802"/>
                    <a:pt x="1573" y="1802"/>
                  </a:cubicBezTo>
                  <a:cubicBezTo>
                    <a:pt x="1528" y="1802"/>
                    <a:pt x="1484" y="1820"/>
                    <a:pt x="1453" y="1858"/>
                  </a:cubicBezTo>
                  <a:cubicBezTo>
                    <a:pt x="512" y="2882"/>
                    <a:pt x="0" y="4227"/>
                    <a:pt x="0" y="5608"/>
                  </a:cubicBezTo>
                  <a:cubicBezTo>
                    <a:pt x="0" y="7096"/>
                    <a:pt x="583" y="8513"/>
                    <a:pt x="1643" y="9573"/>
                  </a:cubicBezTo>
                  <a:cubicBezTo>
                    <a:pt x="2703" y="10621"/>
                    <a:pt x="4096" y="11204"/>
                    <a:pt x="5608" y="11204"/>
                  </a:cubicBezTo>
                  <a:cubicBezTo>
                    <a:pt x="7108" y="11204"/>
                    <a:pt x="8501" y="10621"/>
                    <a:pt x="9561" y="9573"/>
                  </a:cubicBezTo>
                  <a:cubicBezTo>
                    <a:pt x="10620" y="8513"/>
                    <a:pt x="11204" y="7108"/>
                    <a:pt x="11204" y="5608"/>
                  </a:cubicBezTo>
                  <a:cubicBezTo>
                    <a:pt x="11216" y="4096"/>
                    <a:pt x="10632" y="2691"/>
                    <a:pt x="9573" y="1631"/>
                  </a:cubicBezTo>
                  <a:cubicBezTo>
                    <a:pt x="8525" y="572"/>
                    <a:pt x="7120" y="0"/>
                    <a:pt x="562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67"/>
            <p:cNvSpPr/>
            <p:nvPr/>
          </p:nvSpPr>
          <p:spPr>
            <a:xfrm>
              <a:off x="3183120" y="3921508"/>
              <a:ext cx="59414" cy="59382"/>
            </a:xfrm>
            <a:custGeom>
              <a:rect b="b" l="l" r="r" t="t"/>
              <a:pathLst>
                <a:path extrusionOk="0" h="1870" w="1871">
                  <a:moveTo>
                    <a:pt x="929" y="334"/>
                  </a:moveTo>
                  <a:cubicBezTo>
                    <a:pt x="1263" y="334"/>
                    <a:pt x="1549" y="608"/>
                    <a:pt x="1549" y="941"/>
                  </a:cubicBezTo>
                  <a:cubicBezTo>
                    <a:pt x="1549" y="1263"/>
                    <a:pt x="1263" y="1548"/>
                    <a:pt x="929" y="1548"/>
                  </a:cubicBezTo>
                  <a:cubicBezTo>
                    <a:pt x="608" y="1548"/>
                    <a:pt x="334" y="1287"/>
                    <a:pt x="334" y="941"/>
                  </a:cubicBezTo>
                  <a:cubicBezTo>
                    <a:pt x="334" y="596"/>
                    <a:pt x="608" y="334"/>
                    <a:pt x="929" y="334"/>
                  </a:cubicBezTo>
                  <a:close/>
                  <a:moveTo>
                    <a:pt x="929" y="1"/>
                  </a:moveTo>
                  <a:cubicBezTo>
                    <a:pt x="429" y="1"/>
                    <a:pt x="1" y="417"/>
                    <a:pt x="1" y="941"/>
                  </a:cubicBezTo>
                  <a:cubicBezTo>
                    <a:pt x="1" y="1453"/>
                    <a:pt x="417" y="1870"/>
                    <a:pt x="929" y="1870"/>
                  </a:cubicBezTo>
                  <a:cubicBezTo>
                    <a:pt x="1191" y="1870"/>
                    <a:pt x="1430" y="1775"/>
                    <a:pt x="1608" y="1596"/>
                  </a:cubicBezTo>
                  <a:cubicBezTo>
                    <a:pt x="1787" y="1417"/>
                    <a:pt x="1870" y="1179"/>
                    <a:pt x="1870" y="941"/>
                  </a:cubicBezTo>
                  <a:cubicBezTo>
                    <a:pt x="1870" y="679"/>
                    <a:pt x="1763" y="453"/>
                    <a:pt x="1584" y="263"/>
                  </a:cubicBezTo>
                  <a:cubicBezTo>
                    <a:pt x="1406" y="108"/>
                    <a:pt x="1191" y="1"/>
                    <a:pt x="92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67"/>
            <p:cNvSpPr/>
            <p:nvPr/>
          </p:nvSpPr>
          <p:spPr>
            <a:xfrm>
              <a:off x="3149110" y="3735868"/>
              <a:ext cx="141056" cy="174716"/>
            </a:xfrm>
            <a:custGeom>
              <a:rect b="b" l="l" r="r" t="t"/>
              <a:pathLst>
                <a:path extrusionOk="0" h="5502" w="4442">
                  <a:moveTo>
                    <a:pt x="2143" y="1"/>
                  </a:moveTo>
                  <a:cubicBezTo>
                    <a:pt x="1322" y="1"/>
                    <a:pt x="810" y="286"/>
                    <a:pt x="536" y="501"/>
                  </a:cubicBezTo>
                  <a:cubicBezTo>
                    <a:pt x="191" y="786"/>
                    <a:pt x="0" y="1156"/>
                    <a:pt x="0" y="1513"/>
                  </a:cubicBezTo>
                  <a:cubicBezTo>
                    <a:pt x="0" y="1739"/>
                    <a:pt x="84" y="1941"/>
                    <a:pt x="262" y="2084"/>
                  </a:cubicBezTo>
                  <a:cubicBezTo>
                    <a:pt x="393" y="2203"/>
                    <a:pt x="596" y="2263"/>
                    <a:pt x="774" y="2263"/>
                  </a:cubicBezTo>
                  <a:cubicBezTo>
                    <a:pt x="1084" y="2263"/>
                    <a:pt x="1227" y="2049"/>
                    <a:pt x="1334" y="1894"/>
                  </a:cubicBezTo>
                  <a:cubicBezTo>
                    <a:pt x="1465" y="1679"/>
                    <a:pt x="1596" y="1489"/>
                    <a:pt x="2108" y="1489"/>
                  </a:cubicBezTo>
                  <a:cubicBezTo>
                    <a:pt x="2286" y="1489"/>
                    <a:pt x="2858" y="1525"/>
                    <a:pt x="2858" y="2001"/>
                  </a:cubicBezTo>
                  <a:cubicBezTo>
                    <a:pt x="2858" y="2358"/>
                    <a:pt x="2512" y="2632"/>
                    <a:pt x="2227" y="2858"/>
                  </a:cubicBezTo>
                  <a:cubicBezTo>
                    <a:pt x="2155" y="2918"/>
                    <a:pt x="2072" y="2965"/>
                    <a:pt x="2024" y="3025"/>
                  </a:cubicBezTo>
                  <a:cubicBezTo>
                    <a:pt x="1679" y="3323"/>
                    <a:pt x="1286" y="3763"/>
                    <a:pt x="1286" y="4668"/>
                  </a:cubicBezTo>
                  <a:cubicBezTo>
                    <a:pt x="1286" y="5180"/>
                    <a:pt x="1405" y="5501"/>
                    <a:pt x="2000" y="5501"/>
                  </a:cubicBezTo>
                  <a:cubicBezTo>
                    <a:pt x="2274" y="5501"/>
                    <a:pt x="2465" y="5442"/>
                    <a:pt x="2596" y="5323"/>
                  </a:cubicBezTo>
                  <a:cubicBezTo>
                    <a:pt x="2703" y="5216"/>
                    <a:pt x="2762" y="5085"/>
                    <a:pt x="2762" y="4918"/>
                  </a:cubicBezTo>
                  <a:cubicBezTo>
                    <a:pt x="2762" y="4430"/>
                    <a:pt x="2762" y="4192"/>
                    <a:pt x="3263" y="3787"/>
                  </a:cubicBezTo>
                  <a:lnTo>
                    <a:pt x="3286" y="3787"/>
                  </a:lnTo>
                  <a:cubicBezTo>
                    <a:pt x="3298" y="3775"/>
                    <a:pt x="3322" y="3763"/>
                    <a:pt x="3358" y="3727"/>
                  </a:cubicBezTo>
                  <a:cubicBezTo>
                    <a:pt x="3429" y="3680"/>
                    <a:pt x="3453" y="3573"/>
                    <a:pt x="3393" y="3489"/>
                  </a:cubicBezTo>
                  <a:cubicBezTo>
                    <a:pt x="3360" y="3449"/>
                    <a:pt x="3311" y="3427"/>
                    <a:pt x="3261" y="3427"/>
                  </a:cubicBezTo>
                  <a:cubicBezTo>
                    <a:pt x="3224" y="3427"/>
                    <a:pt x="3186" y="3440"/>
                    <a:pt x="3155" y="3465"/>
                  </a:cubicBezTo>
                  <a:cubicBezTo>
                    <a:pt x="3120" y="3477"/>
                    <a:pt x="3108" y="3513"/>
                    <a:pt x="3072" y="3525"/>
                  </a:cubicBezTo>
                  <a:lnTo>
                    <a:pt x="3060" y="3525"/>
                  </a:lnTo>
                  <a:cubicBezTo>
                    <a:pt x="2465" y="3989"/>
                    <a:pt x="2429" y="4346"/>
                    <a:pt x="2429" y="4906"/>
                  </a:cubicBezTo>
                  <a:cubicBezTo>
                    <a:pt x="2429" y="4977"/>
                    <a:pt x="2429" y="5156"/>
                    <a:pt x="2000" y="5156"/>
                  </a:cubicBezTo>
                  <a:cubicBezTo>
                    <a:pt x="1798" y="5156"/>
                    <a:pt x="1739" y="5120"/>
                    <a:pt x="1703" y="5085"/>
                  </a:cubicBezTo>
                  <a:cubicBezTo>
                    <a:pt x="1643" y="5025"/>
                    <a:pt x="1619" y="4882"/>
                    <a:pt x="1619" y="4656"/>
                  </a:cubicBezTo>
                  <a:cubicBezTo>
                    <a:pt x="1619" y="3882"/>
                    <a:pt x="1929" y="3513"/>
                    <a:pt x="2227" y="3251"/>
                  </a:cubicBezTo>
                  <a:cubicBezTo>
                    <a:pt x="2286" y="3215"/>
                    <a:pt x="2346" y="3156"/>
                    <a:pt x="2417" y="3108"/>
                  </a:cubicBezTo>
                  <a:cubicBezTo>
                    <a:pt x="2762" y="2858"/>
                    <a:pt x="3179" y="2525"/>
                    <a:pt x="3179" y="1989"/>
                  </a:cubicBezTo>
                  <a:cubicBezTo>
                    <a:pt x="3179" y="1465"/>
                    <a:pt x="2762" y="1144"/>
                    <a:pt x="2108" y="1144"/>
                  </a:cubicBezTo>
                  <a:cubicBezTo>
                    <a:pt x="1417" y="1144"/>
                    <a:pt x="1215" y="1453"/>
                    <a:pt x="1048" y="1691"/>
                  </a:cubicBezTo>
                  <a:cubicBezTo>
                    <a:pt x="941" y="1858"/>
                    <a:pt x="881" y="1918"/>
                    <a:pt x="750" y="1918"/>
                  </a:cubicBezTo>
                  <a:cubicBezTo>
                    <a:pt x="572" y="1918"/>
                    <a:pt x="322" y="1810"/>
                    <a:pt x="322" y="1513"/>
                  </a:cubicBezTo>
                  <a:cubicBezTo>
                    <a:pt x="322" y="1322"/>
                    <a:pt x="429" y="1025"/>
                    <a:pt x="738" y="775"/>
                  </a:cubicBezTo>
                  <a:cubicBezTo>
                    <a:pt x="977" y="572"/>
                    <a:pt x="1405" y="334"/>
                    <a:pt x="2131" y="334"/>
                  </a:cubicBezTo>
                  <a:cubicBezTo>
                    <a:pt x="3298" y="334"/>
                    <a:pt x="4120" y="953"/>
                    <a:pt x="4120" y="1822"/>
                  </a:cubicBezTo>
                  <a:cubicBezTo>
                    <a:pt x="4120" y="2227"/>
                    <a:pt x="3941" y="2644"/>
                    <a:pt x="3596" y="3037"/>
                  </a:cubicBezTo>
                  <a:cubicBezTo>
                    <a:pt x="3524" y="3096"/>
                    <a:pt x="3536" y="3203"/>
                    <a:pt x="3596" y="3263"/>
                  </a:cubicBezTo>
                  <a:cubicBezTo>
                    <a:pt x="3629" y="3290"/>
                    <a:pt x="3669" y="3305"/>
                    <a:pt x="3709" y="3305"/>
                  </a:cubicBezTo>
                  <a:cubicBezTo>
                    <a:pt x="3755" y="3305"/>
                    <a:pt x="3802" y="3284"/>
                    <a:pt x="3834" y="3239"/>
                  </a:cubicBezTo>
                  <a:cubicBezTo>
                    <a:pt x="4239" y="2787"/>
                    <a:pt x="4441" y="2310"/>
                    <a:pt x="4441" y="1810"/>
                  </a:cubicBezTo>
                  <a:cubicBezTo>
                    <a:pt x="4441" y="1287"/>
                    <a:pt x="4203" y="834"/>
                    <a:pt x="3786" y="501"/>
                  </a:cubicBezTo>
                  <a:cubicBezTo>
                    <a:pt x="3370" y="179"/>
                    <a:pt x="2798" y="1"/>
                    <a:pt x="214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0" name="Google Shape;1830;p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24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